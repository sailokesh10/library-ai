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5" d="100"/>
          <a:sy n="85" d="100"/>
        </p:scale>
        <p:origin x="36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4B493D-AA9B-4036-8B3D-BB6ECF5CF74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41F5593-69C0-4BCB-8E87-C2150C5BC631}">
      <dgm:prSet/>
      <dgm:spPr/>
      <dgm:t>
        <a:bodyPr/>
        <a:lstStyle/>
        <a:p>
          <a:r>
            <a:rPr lang="en-US"/>
            <a:t>AI-Assisted Library Backend System Using Implicit and Explicit Access Control</a:t>
          </a:r>
        </a:p>
      </dgm:t>
    </dgm:pt>
    <dgm:pt modelId="{E94B6AFC-D0FE-44AD-8B43-B7600BBCCDBD}" type="parTrans" cxnId="{237CB0C3-B842-4383-8063-69F8DA52AA96}">
      <dgm:prSet/>
      <dgm:spPr/>
      <dgm:t>
        <a:bodyPr/>
        <a:lstStyle/>
        <a:p>
          <a:endParaRPr lang="en-US"/>
        </a:p>
      </dgm:t>
    </dgm:pt>
    <dgm:pt modelId="{5BD31EE1-9392-4AFA-9B6A-47DD513753AC}" type="sibTrans" cxnId="{237CB0C3-B842-4383-8063-69F8DA52AA96}">
      <dgm:prSet/>
      <dgm:spPr/>
      <dgm:t>
        <a:bodyPr/>
        <a:lstStyle/>
        <a:p>
          <a:endParaRPr lang="en-US"/>
        </a:p>
      </dgm:t>
    </dgm:pt>
    <dgm:pt modelId="{A37EC5B8-B91F-409B-9428-0512DD869501}">
      <dgm:prSet/>
      <dgm:spPr/>
      <dgm:t>
        <a:bodyPr/>
        <a:lstStyle/>
        <a:p>
          <a:r>
            <a:rPr lang="en-US"/>
            <a:t>Developed in Google Colab using FastAPI and structured prompts.</a:t>
          </a:r>
        </a:p>
      </dgm:t>
    </dgm:pt>
    <dgm:pt modelId="{2357F5A2-54FE-454F-9717-10024EE5772F}" type="parTrans" cxnId="{8B88421D-60C1-40A6-960F-17CD48778B0A}">
      <dgm:prSet/>
      <dgm:spPr/>
      <dgm:t>
        <a:bodyPr/>
        <a:lstStyle/>
        <a:p>
          <a:endParaRPr lang="en-US"/>
        </a:p>
      </dgm:t>
    </dgm:pt>
    <dgm:pt modelId="{763EAB9C-E3DD-4252-B87E-5F934F01A26F}" type="sibTrans" cxnId="{8B88421D-60C1-40A6-960F-17CD48778B0A}">
      <dgm:prSet/>
      <dgm:spPr/>
      <dgm:t>
        <a:bodyPr/>
        <a:lstStyle/>
        <a:p>
          <a:endParaRPr lang="en-US"/>
        </a:p>
      </dgm:t>
    </dgm:pt>
    <dgm:pt modelId="{45AC6248-D0B2-4175-864D-ED9033114CAD}" type="pres">
      <dgm:prSet presAssocID="{3F4B493D-AA9B-4036-8B3D-BB6ECF5CF747}" presName="linear" presStyleCnt="0">
        <dgm:presLayoutVars>
          <dgm:animLvl val="lvl"/>
          <dgm:resizeHandles val="exact"/>
        </dgm:presLayoutVars>
      </dgm:prSet>
      <dgm:spPr/>
    </dgm:pt>
    <dgm:pt modelId="{0B20283B-CE77-428B-8CC1-0AFB49F02BF5}" type="pres">
      <dgm:prSet presAssocID="{241F5593-69C0-4BCB-8E87-C2150C5BC63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C4CE46E-4AAD-4AFA-BC8D-8E3541D8E9A5}" type="pres">
      <dgm:prSet presAssocID="{5BD31EE1-9392-4AFA-9B6A-47DD513753AC}" presName="spacer" presStyleCnt="0"/>
      <dgm:spPr/>
    </dgm:pt>
    <dgm:pt modelId="{306930CA-F8EE-45AD-B5A5-7831F9B7D1A2}" type="pres">
      <dgm:prSet presAssocID="{A37EC5B8-B91F-409B-9428-0512DD86950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B88421D-60C1-40A6-960F-17CD48778B0A}" srcId="{3F4B493D-AA9B-4036-8B3D-BB6ECF5CF747}" destId="{A37EC5B8-B91F-409B-9428-0512DD869501}" srcOrd="1" destOrd="0" parTransId="{2357F5A2-54FE-454F-9717-10024EE5772F}" sibTransId="{763EAB9C-E3DD-4252-B87E-5F934F01A26F}"/>
    <dgm:cxn modelId="{9A7CB535-F7EE-40A9-B88E-C1F3B33C4114}" type="presOf" srcId="{241F5593-69C0-4BCB-8E87-C2150C5BC631}" destId="{0B20283B-CE77-428B-8CC1-0AFB49F02BF5}" srcOrd="0" destOrd="0" presId="urn:microsoft.com/office/officeart/2005/8/layout/vList2"/>
    <dgm:cxn modelId="{6D5B069F-2AA6-48D2-8765-618F56775876}" type="presOf" srcId="{3F4B493D-AA9B-4036-8B3D-BB6ECF5CF747}" destId="{45AC6248-D0B2-4175-864D-ED9033114CAD}" srcOrd="0" destOrd="0" presId="urn:microsoft.com/office/officeart/2005/8/layout/vList2"/>
    <dgm:cxn modelId="{237CB0C3-B842-4383-8063-69F8DA52AA96}" srcId="{3F4B493D-AA9B-4036-8B3D-BB6ECF5CF747}" destId="{241F5593-69C0-4BCB-8E87-C2150C5BC631}" srcOrd="0" destOrd="0" parTransId="{E94B6AFC-D0FE-44AD-8B43-B7600BBCCDBD}" sibTransId="{5BD31EE1-9392-4AFA-9B6A-47DD513753AC}"/>
    <dgm:cxn modelId="{F38755DE-A591-4E69-A913-3EC341C37447}" type="presOf" srcId="{A37EC5B8-B91F-409B-9428-0512DD869501}" destId="{306930CA-F8EE-45AD-B5A5-7831F9B7D1A2}" srcOrd="0" destOrd="0" presId="urn:microsoft.com/office/officeart/2005/8/layout/vList2"/>
    <dgm:cxn modelId="{EFFBAF9A-DEF2-491C-9D28-EC67F35626D3}" type="presParOf" srcId="{45AC6248-D0B2-4175-864D-ED9033114CAD}" destId="{0B20283B-CE77-428B-8CC1-0AFB49F02BF5}" srcOrd="0" destOrd="0" presId="urn:microsoft.com/office/officeart/2005/8/layout/vList2"/>
    <dgm:cxn modelId="{45EFB1E1-F207-40C6-B39D-3A805BBFFAAE}" type="presParOf" srcId="{45AC6248-D0B2-4175-864D-ED9033114CAD}" destId="{7C4CE46E-4AAD-4AFA-BC8D-8E3541D8E9A5}" srcOrd="1" destOrd="0" presId="urn:microsoft.com/office/officeart/2005/8/layout/vList2"/>
    <dgm:cxn modelId="{92B3B6A8-2434-4952-A40A-993FBFE2789E}" type="presParOf" srcId="{45AC6248-D0B2-4175-864D-ED9033114CAD}" destId="{306930CA-F8EE-45AD-B5A5-7831F9B7D1A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8758C4-2970-4D23-9843-D4B7256040D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B17A85F-8D59-4F8B-9D06-ADC961696CFE}">
      <dgm:prSet/>
      <dgm:spPr/>
      <dgm:t>
        <a:bodyPr/>
        <a:lstStyle/>
        <a:p>
          <a:r>
            <a:rPr lang="en-US"/>
            <a:t>Backend AI assistant simulating two access modes:</a:t>
          </a:r>
        </a:p>
      </dgm:t>
    </dgm:pt>
    <dgm:pt modelId="{757B385C-4F89-4A1D-BB98-AFA6871F170B}" type="parTrans" cxnId="{DD5F45F5-0092-4F41-A2A5-09E94F0DA9C4}">
      <dgm:prSet/>
      <dgm:spPr/>
      <dgm:t>
        <a:bodyPr/>
        <a:lstStyle/>
        <a:p>
          <a:endParaRPr lang="en-US"/>
        </a:p>
      </dgm:t>
    </dgm:pt>
    <dgm:pt modelId="{B3F40623-FCE4-46B2-BC88-D2F22DAEA880}" type="sibTrans" cxnId="{DD5F45F5-0092-4F41-A2A5-09E94F0DA9C4}">
      <dgm:prSet/>
      <dgm:spPr/>
      <dgm:t>
        <a:bodyPr/>
        <a:lstStyle/>
        <a:p>
          <a:endParaRPr lang="en-US"/>
        </a:p>
      </dgm:t>
    </dgm:pt>
    <dgm:pt modelId="{CC3597F2-F3B4-4DB4-A70B-605F60389DF2}">
      <dgm:prSet/>
      <dgm:spPr/>
      <dgm:t>
        <a:bodyPr/>
        <a:lstStyle/>
        <a:p>
          <a:r>
            <a:rPr lang="en-US"/>
            <a:t>• Implicit Mode – Public catalog info only</a:t>
          </a:r>
        </a:p>
      </dgm:t>
    </dgm:pt>
    <dgm:pt modelId="{089287D6-ABA2-41F6-9F3B-90E68AA152C3}" type="parTrans" cxnId="{558A8CD2-5068-42F2-BD3E-20E5F312C858}">
      <dgm:prSet/>
      <dgm:spPr/>
      <dgm:t>
        <a:bodyPr/>
        <a:lstStyle/>
        <a:p>
          <a:endParaRPr lang="en-US"/>
        </a:p>
      </dgm:t>
    </dgm:pt>
    <dgm:pt modelId="{F1AF1B4F-512E-4D87-B67A-60D1AABF55A1}" type="sibTrans" cxnId="{558A8CD2-5068-42F2-BD3E-20E5F312C858}">
      <dgm:prSet/>
      <dgm:spPr/>
      <dgm:t>
        <a:bodyPr/>
        <a:lstStyle/>
        <a:p>
          <a:endParaRPr lang="en-US"/>
        </a:p>
      </dgm:t>
    </dgm:pt>
    <dgm:pt modelId="{58C37B35-EC6E-4013-B0E1-AD77358D1D82}">
      <dgm:prSet/>
      <dgm:spPr/>
      <dgm:t>
        <a:bodyPr/>
        <a:lstStyle/>
        <a:p>
          <a:r>
            <a:rPr lang="en-US"/>
            <a:t>• Explicit Mode – Full private metadata with consent</a:t>
          </a:r>
        </a:p>
      </dgm:t>
    </dgm:pt>
    <dgm:pt modelId="{23E66149-398E-4D12-8EBE-71F731CEE482}" type="parTrans" cxnId="{96901332-E6B7-48C9-9830-C3792BE3F822}">
      <dgm:prSet/>
      <dgm:spPr/>
      <dgm:t>
        <a:bodyPr/>
        <a:lstStyle/>
        <a:p>
          <a:endParaRPr lang="en-US"/>
        </a:p>
      </dgm:t>
    </dgm:pt>
    <dgm:pt modelId="{85D9B287-4AAA-4859-981E-AED12C4602DA}" type="sibTrans" cxnId="{96901332-E6B7-48C9-9830-C3792BE3F822}">
      <dgm:prSet/>
      <dgm:spPr/>
      <dgm:t>
        <a:bodyPr/>
        <a:lstStyle/>
        <a:p>
          <a:endParaRPr lang="en-US"/>
        </a:p>
      </dgm:t>
    </dgm:pt>
    <dgm:pt modelId="{5DCA9D31-A9CE-45CE-A429-2159CFA709A8}">
      <dgm:prSet/>
      <dgm:spPr/>
      <dgm:t>
        <a:bodyPr/>
        <a:lstStyle/>
        <a:p>
          <a:r>
            <a:rPr lang="en-US"/>
            <a:t>Built entirely in Google Colab using FastAPI.</a:t>
          </a:r>
        </a:p>
      </dgm:t>
    </dgm:pt>
    <dgm:pt modelId="{4049C255-8D0B-4F37-AA04-66216778ABFC}" type="parTrans" cxnId="{5919E2CF-649B-4A02-958D-7A80B9F6578B}">
      <dgm:prSet/>
      <dgm:spPr/>
      <dgm:t>
        <a:bodyPr/>
        <a:lstStyle/>
        <a:p>
          <a:endParaRPr lang="en-US"/>
        </a:p>
      </dgm:t>
    </dgm:pt>
    <dgm:pt modelId="{33F39B82-B0D4-4824-8DFB-B800E68D3B2A}" type="sibTrans" cxnId="{5919E2CF-649B-4A02-958D-7A80B9F6578B}">
      <dgm:prSet/>
      <dgm:spPr/>
      <dgm:t>
        <a:bodyPr/>
        <a:lstStyle/>
        <a:p>
          <a:endParaRPr lang="en-US"/>
        </a:p>
      </dgm:t>
    </dgm:pt>
    <dgm:pt modelId="{F47A6A79-1E51-43EA-8E28-0E7B2C4D8DBE}" type="pres">
      <dgm:prSet presAssocID="{AA8758C4-2970-4D23-9843-D4B7256040D9}" presName="linear" presStyleCnt="0">
        <dgm:presLayoutVars>
          <dgm:animLvl val="lvl"/>
          <dgm:resizeHandles val="exact"/>
        </dgm:presLayoutVars>
      </dgm:prSet>
      <dgm:spPr/>
    </dgm:pt>
    <dgm:pt modelId="{71CB45E4-CE5F-47FC-8100-5F441C31EEB3}" type="pres">
      <dgm:prSet presAssocID="{3B17A85F-8D59-4F8B-9D06-ADC961696C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089EBB-8AE6-437D-B588-AC1A188EB3D5}" type="pres">
      <dgm:prSet presAssocID="{B3F40623-FCE4-46B2-BC88-D2F22DAEA880}" presName="spacer" presStyleCnt="0"/>
      <dgm:spPr/>
    </dgm:pt>
    <dgm:pt modelId="{E735CCD2-4CE5-4F39-B357-C4AAA2E610B1}" type="pres">
      <dgm:prSet presAssocID="{CC3597F2-F3B4-4DB4-A70B-605F60389D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4D9E29F-AEC6-4939-97A4-3DAF9AD247EA}" type="pres">
      <dgm:prSet presAssocID="{F1AF1B4F-512E-4D87-B67A-60D1AABF55A1}" presName="spacer" presStyleCnt="0"/>
      <dgm:spPr/>
    </dgm:pt>
    <dgm:pt modelId="{9D647E22-B9C9-4266-A06B-F0B4ADDB8D1C}" type="pres">
      <dgm:prSet presAssocID="{58C37B35-EC6E-4013-B0E1-AD77358D1D8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C9FBD60-0084-426D-8C1C-E7B3E0C4A0F8}" type="pres">
      <dgm:prSet presAssocID="{85D9B287-4AAA-4859-981E-AED12C4602DA}" presName="spacer" presStyleCnt="0"/>
      <dgm:spPr/>
    </dgm:pt>
    <dgm:pt modelId="{E17C6C02-706E-404F-9E2D-A087CD1E76EE}" type="pres">
      <dgm:prSet presAssocID="{5DCA9D31-A9CE-45CE-A429-2159CFA709A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437CE1E-7B66-4C1D-9E2D-DE2B7246478D}" type="presOf" srcId="{CC3597F2-F3B4-4DB4-A70B-605F60389DF2}" destId="{E735CCD2-4CE5-4F39-B357-C4AAA2E610B1}" srcOrd="0" destOrd="0" presId="urn:microsoft.com/office/officeart/2005/8/layout/vList2"/>
    <dgm:cxn modelId="{96901332-E6B7-48C9-9830-C3792BE3F822}" srcId="{AA8758C4-2970-4D23-9843-D4B7256040D9}" destId="{58C37B35-EC6E-4013-B0E1-AD77358D1D82}" srcOrd="2" destOrd="0" parTransId="{23E66149-398E-4D12-8EBE-71F731CEE482}" sibTransId="{85D9B287-4AAA-4859-981E-AED12C4602DA}"/>
    <dgm:cxn modelId="{98C9BD66-9394-45AA-9EDF-6844ACB5D2FB}" type="presOf" srcId="{AA8758C4-2970-4D23-9843-D4B7256040D9}" destId="{F47A6A79-1E51-43EA-8E28-0E7B2C4D8DBE}" srcOrd="0" destOrd="0" presId="urn:microsoft.com/office/officeart/2005/8/layout/vList2"/>
    <dgm:cxn modelId="{4ECE4C4D-8136-42DF-995A-1ECB5880EEA0}" type="presOf" srcId="{5DCA9D31-A9CE-45CE-A429-2159CFA709A8}" destId="{E17C6C02-706E-404F-9E2D-A087CD1E76EE}" srcOrd="0" destOrd="0" presId="urn:microsoft.com/office/officeart/2005/8/layout/vList2"/>
    <dgm:cxn modelId="{7196F882-E590-4BDA-8F74-0363FC510C61}" type="presOf" srcId="{3B17A85F-8D59-4F8B-9D06-ADC961696CFE}" destId="{71CB45E4-CE5F-47FC-8100-5F441C31EEB3}" srcOrd="0" destOrd="0" presId="urn:microsoft.com/office/officeart/2005/8/layout/vList2"/>
    <dgm:cxn modelId="{5919E2CF-649B-4A02-958D-7A80B9F6578B}" srcId="{AA8758C4-2970-4D23-9843-D4B7256040D9}" destId="{5DCA9D31-A9CE-45CE-A429-2159CFA709A8}" srcOrd="3" destOrd="0" parTransId="{4049C255-8D0B-4F37-AA04-66216778ABFC}" sibTransId="{33F39B82-B0D4-4824-8DFB-B800E68D3B2A}"/>
    <dgm:cxn modelId="{558A8CD2-5068-42F2-BD3E-20E5F312C858}" srcId="{AA8758C4-2970-4D23-9843-D4B7256040D9}" destId="{CC3597F2-F3B4-4DB4-A70B-605F60389DF2}" srcOrd="1" destOrd="0" parTransId="{089287D6-ABA2-41F6-9F3B-90E68AA152C3}" sibTransId="{F1AF1B4F-512E-4D87-B67A-60D1AABF55A1}"/>
    <dgm:cxn modelId="{C2EC01E0-7E7C-4FE4-B436-D61F0038491A}" type="presOf" srcId="{58C37B35-EC6E-4013-B0E1-AD77358D1D82}" destId="{9D647E22-B9C9-4266-A06B-F0B4ADDB8D1C}" srcOrd="0" destOrd="0" presId="urn:microsoft.com/office/officeart/2005/8/layout/vList2"/>
    <dgm:cxn modelId="{DD5F45F5-0092-4F41-A2A5-09E94F0DA9C4}" srcId="{AA8758C4-2970-4D23-9843-D4B7256040D9}" destId="{3B17A85F-8D59-4F8B-9D06-ADC961696CFE}" srcOrd="0" destOrd="0" parTransId="{757B385C-4F89-4A1D-BB98-AFA6871F170B}" sibTransId="{B3F40623-FCE4-46B2-BC88-D2F22DAEA880}"/>
    <dgm:cxn modelId="{48B693BA-7F61-4A42-B662-F096786CD100}" type="presParOf" srcId="{F47A6A79-1E51-43EA-8E28-0E7B2C4D8DBE}" destId="{71CB45E4-CE5F-47FC-8100-5F441C31EEB3}" srcOrd="0" destOrd="0" presId="urn:microsoft.com/office/officeart/2005/8/layout/vList2"/>
    <dgm:cxn modelId="{D67E97D0-A94C-49C8-8BA4-1921B284B0FF}" type="presParOf" srcId="{F47A6A79-1E51-43EA-8E28-0E7B2C4D8DBE}" destId="{4B089EBB-8AE6-437D-B588-AC1A188EB3D5}" srcOrd="1" destOrd="0" presId="urn:microsoft.com/office/officeart/2005/8/layout/vList2"/>
    <dgm:cxn modelId="{3A3737E2-6886-4DB0-AC8E-9BC8943AA16C}" type="presParOf" srcId="{F47A6A79-1E51-43EA-8E28-0E7B2C4D8DBE}" destId="{E735CCD2-4CE5-4F39-B357-C4AAA2E610B1}" srcOrd="2" destOrd="0" presId="urn:microsoft.com/office/officeart/2005/8/layout/vList2"/>
    <dgm:cxn modelId="{5B178001-94F0-4349-95CD-09BC06F219C7}" type="presParOf" srcId="{F47A6A79-1E51-43EA-8E28-0E7B2C4D8DBE}" destId="{D4D9E29F-AEC6-4939-97A4-3DAF9AD247EA}" srcOrd="3" destOrd="0" presId="urn:microsoft.com/office/officeart/2005/8/layout/vList2"/>
    <dgm:cxn modelId="{AD525DD9-4D19-47E4-917F-001434F224D6}" type="presParOf" srcId="{F47A6A79-1E51-43EA-8E28-0E7B2C4D8DBE}" destId="{9D647E22-B9C9-4266-A06B-F0B4ADDB8D1C}" srcOrd="4" destOrd="0" presId="urn:microsoft.com/office/officeart/2005/8/layout/vList2"/>
    <dgm:cxn modelId="{AB7B2400-6699-4BEB-98A2-D5D7D53DDAD5}" type="presParOf" srcId="{F47A6A79-1E51-43EA-8E28-0E7B2C4D8DBE}" destId="{DC9FBD60-0084-426D-8C1C-E7B3E0C4A0F8}" srcOrd="5" destOrd="0" presId="urn:microsoft.com/office/officeart/2005/8/layout/vList2"/>
    <dgm:cxn modelId="{3EAB5F5E-317A-450E-94A1-55913D2D595B}" type="presParOf" srcId="{F47A6A79-1E51-43EA-8E28-0E7B2C4D8DBE}" destId="{E17C6C02-706E-404F-9E2D-A087CD1E76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488173-8382-44B6-BAA6-21190C533769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7AE54B-8884-4F1D-971C-FCF80D6A083F}">
      <dgm:prSet/>
      <dgm:spPr/>
      <dgm:t>
        <a:bodyPr/>
        <a:lstStyle/>
        <a:p>
          <a:r>
            <a:rPr lang="en-US"/>
            <a:t>1. Defined entities (Books, BorrowRecords)</a:t>
          </a:r>
        </a:p>
      </dgm:t>
    </dgm:pt>
    <dgm:pt modelId="{5D1574CC-3273-4C49-BCCC-4344416F7831}" type="parTrans" cxnId="{210B3779-2274-405F-904C-59C5E824B840}">
      <dgm:prSet/>
      <dgm:spPr/>
      <dgm:t>
        <a:bodyPr/>
        <a:lstStyle/>
        <a:p>
          <a:endParaRPr lang="en-US"/>
        </a:p>
      </dgm:t>
    </dgm:pt>
    <dgm:pt modelId="{482202DB-139F-4C7C-9D5C-7ADF3D5BB53E}" type="sibTrans" cxnId="{210B3779-2274-405F-904C-59C5E824B840}">
      <dgm:prSet/>
      <dgm:spPr/>
      <dgm:t>
        <a:bodyPr/>
        <a:lstStyle/>
        <a:p>
          <a:endParaRPr lang="en-US"/>
        </a:p>
      </dgm:t>
    </dgm:pt>
    <dgm:pt modelId="{3F168982-6444-46DE-8621-9A4836763627}">
      <dgm:prSet/>
      <dgm:spPr/>
      <dgm:t>
        <a:bodyPr/>
        <a:lstStyle/>
        <a:p>
          <a:r>
            <a:rPr lang="en-US"/>
            <a:t>2. Created implicit and explicit access modes</a:t>
          </a:r>
        </a:p>
      </dgm:t>
    </dgm:pt>
    <dgm:pt modelId="{AB8C6296-77C2-45F0-83BC-B539BCD28FE9}" type="parTrans" cxnId="{B948A7D3-E293-480C-A4AB-93A58DA254E5}">
      <dgm:prSet/>
      <dgm:spPr/>
      <dgm:t>
        <a:bodyPr/>
        <a:lstStyle/>
        <a:p>
          <a:endParaRPr lang="en-US"/>
        </a:p>
      </dgm:t>
    </dgm:pt>
    <dgm:pt modelId="{EE9CCCDC-1209-402D-9CEC-622B953F6966}" type="sibTrans" cxnId="{B948A7D3-E293-480C-A4AB-93A58DA254E5}">
      <dgm:prSet/>
      <dgm:spPr/>
      <dgm:t>
        <a:bodyPr/>
        <a:lstStyle/>
        <a:p>
          <a:endParaRPr lang="en-US"/>
        </a:p>
      </dgm:t>
    </dgm:pt>
    <dgm:pt modelId="{FE00C2EB-E2BF-4073-8F2D-242EAACB75D4}">
      <dgm:prSet/>
      <dgm:spPr/>
      <dgm:t>
        <a:bodyPr/>
        <a:lstStyle/>
        <a:p>
          <a:r>
            <a:rPr lang="en-US"/>
            <a:t>3. Engineered system prompts</a:t>
          </a:r>
        </a:p>
      </dgm:t>
    </dgm:pt>
    <dgm:pt modelId="{DB546261-08F5-4C3D-8BCB-02E419BD63CC}" type="parTrans" cxnId="{EA4100C0-86B2-48F3-ABCC-C17E4C759899}">
      <dgm:prSet/>
      <dgm:spPr/>
      <dgm:t>
        <a:bodyPr/>
        <a:lstStyle/>
        <a:p>
          <a:endParaRPr lang="en-US"/>
        </a:p>
      </dgm:t>
    </dgm:pt>
    <dgm:pt modelId="{6769928B-50D0-4098-82E8-C65BF1E14C82}" type="sibTrans" cxnId="{EA4100C0-86B2-48F3-ABCC-C17E4C759899}">
      <dgm:prSet/>
      <dgm:spPr/>
      <dgm:t>
        <a:bodyPr/>
        <a:lstStyle/>
        <a:p>
          <a:endParaRPr lang="en-US"/>
        </a:p>
      </dgm:t>
    </dgm:pt>
    <dgm:pt modelId="{1319F41C-F3E6-42F6-8526-CD91DD6BA71B}">
      <dgm:prSet/>
      <dgm:spPr/>
      <dgm:t>
        <a:bodyPr/>
        <a:lstStyle/>
        <a:p>
          <a:r>
            <a:rPr lang="en-US"/>
            <a:t>4. Implemented reasoning logic</a:t>
          </a:r>
        </a:p>
      </dgm:t>
    </dgm:pt>
    <dgm:pt modelId="{D13D1174-D653-43BB-AB53-738AAB583639}" type="parTrans" cxnId="{98267DAE-E7C2-4138-B21B-0A6858DE5C99}">
      <dgm:prSet/>
      <dgm:spPr/>
      <dgm:t>
        <a:bodyPr/>
        <a:lstStyle/>
        <a:p>
          <a:endParaRPr lang="en-US"/>
        </a:p>
      </dgm:t>
    </dgm:pt>
    <dgm:pt modelId="{DA139608-8BB1-4695-924D-B7F893B12A52}" type="sibTrans" cxnId="{98267DAE-E7C2-4138-B21B-0A6858DE5C99}">
      <dgm:prSet/>
      <dgm:spPr/>
      <dgm:t>
        <a:bodyPr/>
        <a:lstStyle/>
        <a:p>
          <a:endParaRPr lang="en-US"/>
        </a:p>
      </dgm:t>
    </dgm:pt>
    <dgm:pt modelId="{30EAAA55-B103-47D7-934B-CD82D6D4B415}">
      <dgm:prSet/>
      <dgm:spPr/>
      <dgm:t>
        <a:bodyPr/>
        <a:lstStyle/>
        <a:p>
          <a:r>
            <a:rPr lang="en-US"/>
            <a:t>5. Built REST endpoints</a:t>
          </a:r>
        </a:p>
      </dgm:t>
    </dgm:pt>
    <dgm:pt modelId="{C2F311A9-08AF-4B85-AC52-0DC16FE0865F}" type="parTrans" cxnId="{420DA126-34DF-4E16-9BBB-4F6AD4EB4907}">
      <dgm:prSet/>
      <dgm:spPr/>
      <dgm:t>
        <a:bodyPr/>
        <a:lstStyle/>
        <a:p>
          <a:endParaRPr lang="en-US"/>
        </a:p>
      </dgm:t>
    </dgm:pt>
    <dgm:pt modelId="{010D76DF-44C4-44D3-9E70-63D23B841C3F}" type="sibTrans" cxnId="{420DA126-34DF-4E16-9BBB-4F6AD4EB4907}">
      <dgm:prSet/>
      <dgm:spPr/>
      <dgm:t>
        <a:bodyPr/>
        <a:lstStyle/>
        <a:p>
          <a:endParaRPr lang="en-US"/>
        </a:p>
      </dgm:t>
    </dgm:pt>
    <dgm:pt modelId="{D8DDF948-0D10-4E79-8F15-71F0F27B9055}">
      <dgm:prSet/>
      <dgm:spPr/>
      <dgm:t>
        <a:bodyPr/>
        <a:lstStyle/>
        <a:p>
          <a:r>
            <a:rPr lang="en-US"/>
            <a:t>6. Tested using HTTP requests in Colab</a:t>
          </a:r>
        </a:p>
      </dgm:t>
    </dgm:pt>
    <dgm:pt modelId="{CC97652D-0D2E-41A6-A3F3-0889B611A085}" type="parTrans" cxnId="{035DAAA1-1E34-4E9A-8C7B-CC1AC81841BC}">
      <dgm:prSet/>
      <dgm:spPr/>
      <dgm:t>
        <a:bodyPr/>
        <a:lstStyle/>
        <a:p>
          <a:endParaRPr lang="en-US"/>
        </a:p>
      </dgm:t>
    </dgm:pt>
    <dgm:pt modelId="{DDAF438B-58A4-450B-9B19-CEA3B47977F7}" type="sibTrans" cxnId="{035DAAA1-1E34-4E9A-8C7B-CC1AC81841BC}">
      <dgm:prSet/>
      <dgm:spPr/>
      <dgm:t>
        <a:bodyPr/>
        <a:lstStyle/>
        <a:p>
          <a:endParaRPr lang="en-US"/>
        </a:p>
      </dgm:t>
    </dgm:pt>
    <dgm:pt modelId="{FEFEE5C2-9E74-4162-B6BB-DF3C47DF1826}" type="pres">
      <dgm:prSet presAssocID="{45488173-8382-44B6-BAA6-21190C533769}" presName="linear" presStyleCnt="0">
        <dgm:presLayoutVars>
          <dgm:dir/>
          <dgm:animLvl val="lvl"/>
          <dgm:resizeHandles val="exact"/>
        </dgm:presLayoutVars>
      </dgm:prSet>
      <dgm:spPr/>
    </dgm:pt>
    <dgm:pt modelId="{58BC55DC-6580-40C4-A17B-5CFE50FB7A92}" type="pres">
      <dgm:prSet presAssocID="{D47AE54B-8884-4F1D-971C-FCF80D6A083F}" presName="parentLin" presStyleCnt="0"/>
      <dgm:spPr/>
    </dgm:pt>
    <dgm:pt modelId="{A4C2973E-DF2B-42FB-AD95-3EF6F9819275}" type="pres">
      <dgm:prSet presAssocID="{D47AE54B-8884-4F1D-971C-FCF80D6A083F}" presName="parentLeftMargin" presStyleLbl="node1" presStyleIdx="0" presStyleCnt="6"/>
      <dgm:spPr/>
    </dgm:pt>
    <dgm:pt modelId="{86BFD511-6539-4183-80E2-2F87FA474399}" type="pres">
      <dgm:prSet presAssocID="{D47AE54B-8884-4F1D-971C-FCF80D6A083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3FEA25C-0C39-499E-B8A3-1D05D8D4B9FA}" type="pres">
      <dgm:prSet presAssocID="{D47AE54B-8884-4F1D-971C-FCF80D6A083F}" presName="negativeSpace" presStyleCnt="0"/>
      <dgm:spPr/>
    </dgm:pt>
    <dgm:pt modelId="{E1BAAF97-D47D-4F74-AC53-8E15F5E20C9A}" type="pres">
      <dgm:prSet presAssocID="{D47AE54B-8884-4F1D-971C-FCF80D6A083F}" presName="childText" presStyleLbl="conFgAcc1" presStyleIdx="0" presStyleCnt="6">
        <dgm:presLayoutVars>
          <dgm:bulletEnabled val="1"/>
        </dgm:presLayoutVars>
      </dgm:prSet>
      <dgm:spPr/>
    </dgm:pt>
    <dgm:pt modelId="{1D944155-5434-414C-8CE2-CC95415B30C7}" type="pres">
      <dgm:prSet presAssocID="{482202DB-139F-4C7C-9D5C-7ADF3D5BB53E}" presName="spaceBetweenRectangles" presStyleCnt="0"/>
      <dgm:spPr/>
    </dgm:pt>
    <dgm:pt modelId="{1542932F-1276-4021-B056-B0159E994197}" type="pres">
      <dgm:prSet presAssocID="{3F168982-6444-46DE-8621-9A4836763627}" presName="parentLin" presStyleCnt="0"/>
      <dgm:spPr/>
    </dgm:pt>
    <dgm:pt modelId="{FB4D8791-0067-4277-A624-C18FEBB3F9C9}" type="pres">
      <dgm:prSet presAssocID="{3F168982-6444-46DE-8621-9A4836763627}" presName="parentLeftMargin" presStyleLbl="node1" presStyleIdx="0" presStyleCnt="6"/>
      <dgm:spPr/>
    </dgm:pt>
    <dgm:pt modelId="{407CB414-DECC-4614-B4E7-B1B07146A0DA}" type="pres">
      <dgm:prSet presAssocID="{3F168982-6444-46DE-8621-9A483676362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81F3AAF-DFA5-4DC0-9FFC-2FFD9A533D3B}" type="pres">
      <dgm:prSet presAssocID="{3F168982-6444-46DE-8621-9A4836763627}" presName="negativeSpace" presStyleCnt="0"/>
      <dgm:spPr/>
    </dgm:pt>
    <dgm:pt modelId="{D986CD61-4056-4504-AFBE-461CFF608991}" type="pres">
      <dgm:prSet presAssocID="{3F168982-6444-46DE-8621-9A4836763627}" presName="childText" presStyleLbl="conFgAcc1" presStyleIdx="1" presStyleCnt="6">
        <dgm:presLayoutVars>
          <dgm:bulletEnabled val="1"/>
        </dgm:presLayoutVars>
      </dgm:prSet>
      <dgm:spPr/>
    </dgm:pt>
    <dgm:pt modelId="{1D9F8A67-0DDA-4FD9-BFBD-119A0A64DA41}" type="pres">
      <dgm:prSet presAssocID="{EE9CCCDC-1209-402D-9CEC-622B953F6966}" presName="spaceBetweenRectangles" presStyleCnt="0"/>
      <dgm:spPr/>
    </dgm:pt>
    <dgm:pt modelId="{F5867B39-E4E9-42AB-91C1-47420F6E1316}" type="pres">
      <dgm:prSet presAssocID="{FE00C2EB-E2BF-4073-8F2D-242EAACB75D4}" presName="parentLin" presStyleCnt="0"/>
      <dgm:spPr/>
    </dgm:pt>
    <dgm:pt modelId="{1AC83464-FCFC-402E-AB12-3BD0DD33CDFD}" type="pres">
      <dgm:prSet presAssocID="{FE00C2EB-E2BF-4073-8F2D-242EAACB75D4}" presName="parentLeftMargin" presStyleLbl="node1" presStyleIdx="1" presStyleCnt="6"/>
      <dgm:spPr/>
    </dgm:pt>
    <dgm:pt modelId="{7B6F0696-23F6-4E80-8202-F5A7BFF93AC6}" type="pres">
      <dgm:prSet presAssocID="{FE00C2EB-E2BF-4073-8F2D-242EAACB75D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A28DC83-C339-419A-8CB0-2F959BEA2F36}" type="pres">
      <dgm:prSet presAssocID="{FE00C2EB-E2BF-4073-8F2D-242EAACB75D4}" presName="negativeSpace" presStyleCnt="0"/>
      <dgm:spPr/>
    </dgm:pt>
    <dgm:pt modelId="{7ED96BF8-37DA-4BD4-A968-250F0C77CEA2}" type="pres">
      <dgm:prSet presAssocID="{FE00C2EB-E2BF-4073-8F2D-242EAACB75D4}" presName="childText" presStyleLbl="conFgAcc1" presStyleIdx="2" presStyleCnt="6">
        <dgm:presLayoutVars>
          <dgm:bulletEnabled val="1"/>
        </dgm:presLayoutVars>
      </dgm:prSet>
      <dgm:spPr/>
    </dgm:pt>
    <dgm:pt modelId="{D55B3C41-AFC5-4FC0-BC1E-81A2BFA0BB6D}" type="pres">
      <dgm:prSet presAssocID="{6769928B-50D0-4098-82E8-C65BF1E14C82}" presName="spaceBetweenRectangles" presStyleCnt="0"/>
      <dgm:spPr/>
    </dgm:pt>
    <dgm:pt modelId="{DB8DABE5-B0CF-4BDB-A0A0-CCACEE7F1E2D}" type="pres">
      <dgm:prSet presAssocID="{1319F41C-F3E6-42F6-8526-CD91DD6BA71B}" presName="parentLin" presStyleCnt="0"/>
      <dgm:spPr/>
    </dgm:pt>
    <dgm:pt modelId="{77260444-5B21-4D2A-9DF3-B267C106490A}" type="pres">
      <dgm:prSet presAssocID="{1319F41C-F3E6-42F6-8526-CD91DD6BA71B}" presName="parentLeftMargin" presStyleLbl="node1" presStyleIdx="2" presStyleCnt="6"/>
      <dgm:spPr/>
    </dgm:pt>
    <dgm:pt modelId="{EA15A19F-ECFA-450C-9BC3-C4A920807621}" type="pres">
      <dgm:prSet presAssocID="{1319F41C-F3E6-42F6-8526-CD91DD6BA71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E7CDE73-1336-4C13-AF98-7895E09E3020}" type="pres">
      <dgm:prSet presAssocID="{1319F41C-F3E6-42F6-8526-CD91DD6BA71B}" presName="negativeSpace" presStyleCnt="0"/>
      <dgm:spPr/>
    </dgm:pt>
    <dgm:pt modelId="{1EC542F9-2B8E-4680-914E-CF619BA61DB1}" type="pres">
      <dgm:prSet presAssocID="{1319F41C-F3E6-42F6-8526-CD91DD6BA71B}" presName="childText" presStyleLbl="conFgAcc1" presStyleIdx="3" presStyleCnt="6">
        <dgm:presLayoutVars>
          <dgm:bulletEnabled val="1"/>
        </dgm:presLayoutVars>
      </dgm:prSet>
      <dgm:spPr/>
    </dgm:pt>
    <dgm:pt modelId="{595FDBC1-75E7-4DFB-B3FB-2CCCB8A79B36}" type="pres">
      <dgm:prSet presAssocID="{DA139608-8BB1-4695-924D-B7F893B12A52}" presName="spaceBetweenRectangles" presStyleCnt="0"/>
      <dgm:spPr/>
    </dgm:pt>
    <dgm:pt modelId="{FD960DF4-AB24-4A1A-912F-CCC5E3B8B856}" type="pres">
      <dgm:prSet presAssocID="{30EAAA55-B103-47D7-934B-CD82D6D4B415}" presName="parentLin" presStyleCnt="0"/>
      <dgm:spPr/>
    </dgm:pt>
    <dgm:pt modelId="{E7A523E7-112C-4A3A-B1D8-7BBFC104249E}" type="pres">
      <dgm:prSet presAssocID="{30EAAA55-B103-47D7-934B-CD82D6D4B415}" presName="parentLeftMargin" presStyleLbl="node1" presStyleIdx="3" presStyleCnt="6"/>
      <dgm:spPr/>
    </dgm:pt>
    <dgm:pt modelId="{BBF32EC9-57CF-4C1A-A5E8-D815E1357996}" type="pres">
      <dgm:prSet presAssocID="{30EAAA55-B103-47D7-934B-CD82D6D4B41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D90D62B-C6AB-4295-B597-05EA45535AF7}" type="pres">
      <dgm:prSet presAssocID="{30EAAA55-B103-47D7-934B-CD82D6D4B415}" presName="negativeSpace" presStyleCnt="0"/>
      <dgm:spPr/>
    </dgm:pt>
    <dgm:pt modelId="{55989E2A-5993-4439-9E83-9C54E1EC8605}" type="pres">
      <dgm:prSet presAssocID="{30EAAA55-B103-47D7-934B-CD82D6D4B415}" presName="childText" presStyleLbl="conFgAcc1" presStyleIdx="4" presStyleCnt="6">
        <dgm:presLayoutVars>
          <dgm:bulletEnabled val="1"/>
        </dgm:presLayoutVars>
      </dgm:prSet>
      <dgm:spPr/>
    </dgm:pt>
    <dgm:pt modelId="{974E3CD4-FFD9-434D-B805-5C60A94C4B4B}" type="pres">
      <dgm:prSet presAssocID="{010D76DF-44C4-44D3-9E70-63D23B841C3F}" presName="spaceBetweenRectangles" presStyleCnt="0"/>
      <dgm:spPr/>
    </dgm:pt>
    <dgm:pt modelId="{01BC6388-C864-4697-90A6-C51AAA476F47}" type="pres">
      <dgm:prSet presAssocID="{D8DDF948-0D10-4E79-8F15-71F0F27B9055}" presName="parentLin" presStyleCnt="0"/>
      <dgm:spPr/>
    </dgm:pt>
    <dgm:pt modelId="{D6DA63CA-8E33-4A40-9C28-E890649A4DC4}" type="pres">
      <dgm:prSet presAssocID="{D8DDF948-0D10-4E79-8F15-71F0F27B9055}" presName="parentLeftMargin" presStyleLbl="node1" presStyleIdx="4" presStyleCnt="6"/>
      <dgm:spPr/>
    </dgm:pt>
    <dgm:pt modelId="{388F0E90-CE88-454E-86EB-973F129CE766}" type="pres">
      <dgm:prSet presAssocID="{D8DDF948-0D10-4E79-8F15-71F0F27B9055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C4088723-332B-4C82-AF01-98A388FA544B}" type="pres">
      <dgm:prSet presAssocID="{D8DDF948-0D10-4E79-8F15-71F0F27B9055}" presName="negativeSpace" presStyleCnt="0"/>
      <dgm:spPr/>
    </dgm:pt>
    <dgm:pt modelId="{E4AB0DE4-1264-419B-82DD-A4DC6F71DDF7}" type="pres">
      <dgm:prSet presAssocID="{D8DDF948-0D10-4E79-8F15-71F0F27B9055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9D96C03-79BF-44A8-A947-828FBDBA1834}" type="presOf" srcId="{D47AE54B-8884-4F1D-971C-FCF80D6A083F}" destId="{86BFD511-6539-4183-80E2-2F87FA474399}" srcOrd="1" destOrd="0" presId="urn:microsoft.com/office/officeart/2005/8/layout/list1"/>
    <dgm:cxn modelId="{F9A4E30A-A4F4-42DA-ADB7-28CE2C6F0517}" type="presOf" srcId="{D47AE54B-8884-4F1D-971C-FCF80D6A083F}" destId="{A4C2973E-DF2B-42FB-AD95-3EF6F9819275}" srcOrd="0" destOrd="0" presId="urn:microsoft.com/office/officeart/2005/8/layout/list1"/>
    <dgm:cxn modelId="{7D35050C-6205-4A8B-89F4-3A429EC8D7C6}" type="presOf" srcId="{FE00C2EB-E2BF-4073-8F2D-242EAACB75D4}" destId="{1AC83464-FCFC-402E-AB12-3BD0DD33CDFD}" srcOrd="0" destOrd="0" presId="urn:microsoft.com/office/officeart/2005/8/layout/list1"/>
    <dgm:cxn modelId="{2A452522-4979-4639-A779-986F7CEE2434}" type="presOf" srcId="{3F168982-6444-46DE-8621-9A4836763627}" destId="{407CB414-DECC-4614-B4E7-B1B07146A0DA}" srcOrd="1" destOrd="0" presId="urn:microsoft.com/office/officeart/2005/8/layout/list1"/>
    <dgm:cxn modelId="{420DA126-34DF-4E16-9BBB-4F6AD4EB4907}" srcId="{45488173-8382-44B6-BAA6-21190C533769}" destId="{30EAAA55-B103-47D7-934B-CD82D6D4B415}" srcOrd="4" destOrd="0" parTransId="{C2F311A9-08AF-4B85-AC52-0DC16FE0865F}" sibTransId="{010D76DF-44C4-44D3-9E70-63D23B841C3F}"/>
    <dgm:cxn modelId="{D363FE2A-B48D-4AE1-B5FF-6C30E14ED11C}" type="presOf" srcId="{FE00C2EB-E2BF-4073-8F2D-242EAACB75D4}" destId="{7B6F0696-23F6-4E80-8202-F5A7BFF93AC6}" srcOrd="1" destOrd="0" presId="urn:microsoft.com/office/officeart/2005/8/layout/list1"/>
    <dgm:cxn modelId="{8015D369-1252-4940-9E16-041C63936D91}" type="presOf" srcId="{1319F41C-F3E6-42F6-8526-CD91DD6BA71B}" destId="{EA15A19F-ECFA-450C-9BC3-C4A920807621}" srcOrd="1" destOrd="0" presId="urn:microsoft.com/office/officeart/2005/8/layout/list1"/>
    <dgm:cxn modelId="{210B3779-2274-405F-904C-59C5E824B840}" srcId="{45488173-8382-44B6-BAA6-21190C533769}" destId="{D47AE54B-8884-4F1D-971C-FCF80D6A083F}" srcOrd="0" destOrd="0" parTransId="{5D1574CC-3273-4C49-BCCC-4344416F7831}" sibTransId="{482202DB-139F-4C7C-9D5C-7ADF3D5BB53E}"/>
    <dgm:cxn modelId="{F02B615A-ADC5-4414-AA4A-BDAE7131CA01}" type="presOf" srcId="{D8DDF948-0D10-4E79-8F15-71F0F27B9055}" destId="{D6DA63CA-8E33-4A40-9C28-E890649A4DC4}" srcOrd="0" destOrd="0" presId="urn:microsoft.com/office/officeart/2005/8/layout/list1"/>
    <dgm:cxn modelId="{17B4427B-F0F4-4F1A-AAA0-A1A41A1AFB24}" type="presOf" srcId="{D8DDF948-0D10-4E79-8F15-71F0F27B9055}" destId="{388F0E90-CE88-454E-86EB-973F129CE766}" srcOrd="1" destOrd="0" presId="urn:microsoft.com/office/officeart/2005/8/layout/list1"/>
    <dgm:cxn modelId="{68207189-D7AD-413B-B732-6041EB555B0D}" type="presOf" srcId="{3F168982-6444-46DE-8621-9A4836763627}" destId="{FB4D8791-0067-4277-A624-C18FEBB3F9C9}" srcOrd="0" destOrd="0" presId="urn:microsoft.com/office/officeart/2005/8/layout/list1"/>
    <dgm:cxn modelId="{72A1A29A-CD71-4826-A4DB-DD08CBA4E1CC}" type="presOf" srcId="{1319F41C-F3E6-42F6-8526-CD91DD6BA71B}" destId="{77260444-5B21-4D2A-9DF3-B267C106490A}" srcOrd="0" destOrd="0" presId="urn:microsoft.com/office/officeart/2005/8/layout/list1"/>
    <dgm:cxn modelId="{035DAAA1-1E34-4E9A-8C7B-CC1AC81841BC}" srcId="{45488173-8382-44B6-BAA6-21190C533769}" destId="{D8DDF948-0D10-4E79-8F15-71F0F27B9055}" srcOrd="5" destOrd="0" parTransId="{CC97652D-0D2E-41A6-A3F3-0889B611A085}" sibTransId="{DDAF438B-58A4-450B-9B19-CEA3B47977F7}"/>
    <dgm:cxn modelId="{98267DAE-E7C2-4138-B21B-0A6858DE5C99}" srcId="{45488173-8382-44B6-BAA6-21190C533769}" destId="{1319F41C-F3E6-42F6-8526-CD91DD6BA71B}" srcOrd="3" destOrd="0" parTransId="{D13D1174-D653-43BB-AB53-738AAB583639}" sibTransId="{DA139608-8BB1-4695-924D-B7F893B12A52}"/>
    <dgm:cxn modelId="{F0DC09B2-BA05-4102-9A9A-FE2BFA8D873E}" type="presOf" srcId="{45488173-8382-44B6-BAA6-21190C533769}" destId="{FEFEE5C2-9E74-4162-B6BB-DF3C47DF1826}" srcOrd="0" destOrd="0" presId="urn:microsoft.com/office/officeart/2005/8/layout/list1"/>
    <dgm:cxn modelId="{EA4100C0-86B2-48F3-ABCC-C17E4C759899}" srcId="{45488173-8382-44B6-BAA6-21190C533769}" destId="{FE00C2EB-E2BF-4073-8F2D-242EAACB75D4}" srcOrd="2" destOrd="0" parTransId="{DB546261-08F5-4C3D-8BCB-02E419BD63CC}" sibTransId="{6769928B-50D0-4098-82E8-C65BF1E14C82}"/>
    <dgm:cxn modelId="{AF2A1AC5-B770-487C-8C24-83F352B6DDA4}" type="presOf" srcId="{30EAAA55-B103-47D7-934B-CD82D6D4B415}" destId="{BBF32EC9-57CF-4C1A-A5E8-D815E1357996}" srcOrd="1" destOrd="0" presId="urn:microsoft.com/office/officeart/2005/8/layout/list1"/>
    <dgm:cxn modelId="{B948A7D3-E293-480C-A4AB-93A58DA254E5}" srcId="{45488173-8382-44B6-BAA6-21190C533769}" destId="{3F168982-6444-46DE-8621-9A4836763627}" srcOrd="1" destOrd="0" parTransId="{AB8C6296-77C2-45F0-83BC-B539BCD28FE9}" sibTransId="{EE9CCCDC-1209-402D-9CEC-622B953F6966}"/>
    <dgm:cxn modelId="{506EECF1-8EC4-4387-8F22-EFA40E5808B9}" type="presOf" srcId="{30EAAA55-B103-47D7-934B-CD82D6D4B415}" destId="{E7A523E7-112C-4A3A-B1D8-7BBFC104249E}" srcOrd="0" destOrd="0" presId="urn:microsoft.com/office/officeart/2005/8/layout/list1"/>
    <dgm:cxn modelId="{B12C16FD-B2D9-4343-9615-024BF492D89A}" type="presParOf" srcId="{FEFEE5C2-9E74-4162-B6BB-DF3C47DF1826}" destId="{58BC55DC-6580-40C4-A17B-5CFE50FB7A92}" srcOrd="0" destOrd="0" presId="urn:microsoft.com/office/officeart/2005/8/layout/list1"/>
    <dgm:cxn modelId="{91E540AB-F2E3-4494-B4A4-EF475BCA07CE}" type="presParOf" srcId="{58BC55DC-6580-40C4-A17B-5CFE50FB7A92}" destId="{A4C2973E-DF2B-42FB-AD95-3EF6F9819275}" srcOrd="0" destOrd="0" presId="urn:microsoft.com/office/officeart/2005/8/layout/list1"/>
    <dgm:cxn modelId="{7C1073FD-C6E2-46AC-9F89-C99317525731}" type="presParOf" srcId="{58BC55DC-6580-40C4-A17B-5CFE50FB7A92}" destId="{86BFD511-6539-4183-80E2-2F87FA474399}" srcOrd="1" destOrd="0" presId="urn:microsoft.com/office/officeart/2005/8/layout/list1"/>
    <dgm:cxn modelId="{5B943275-3003-47B3-9EA1-3A184EC4EEAE}" type="presParOf" srcId="{FEFEE5C2-9E74-4162-B6BB-DF3C47DF1826}" destId="{93FEA25C-0C39-499E-B8A3-1D05D8D4B9FA}" srcOrd="1" destOrd="0" presId="urn:microsoft.com/office/officeart/2005/8/layout/list1"/>
    <dgm:cxn modelId="{C312BCC6-CB0C-486E-ABD7-3C59392D0A0A}" type="presParOf" srcId="{FEFEE5C2-9E74-4162-B6BB-DF3C47DF1826}" destId="{E1BAAF97-D47D-4F74-AC53-8E15F5E20C9A}" srcOrd="2" destOrd="0" presId="urn:microsoft.com/office/officeart/2005/8/layout/list1"/>
    <dgm:cxn modelId="{F2EEB507-3662-427B-905C-AB1BB4AA6CEE}" type="presParOf" srcId="{FEFEE5C2-9E74-4162-B6BB-DF3C47DF1826}" destId="{1D944155-5434-414C-8CE2-CC95415B30C7}" srcOrd="3" destOrd="0" presId="urn:microsoft.com/office/officeart/2005/8/layout/list1"/>
    <dgm:cxn modelId="{82D41C9B-0273-4748-9200-58282F5CFC33}" type="presParOf" srcId="{FEFEE5C2-9E74-4162-B6BB-DF3C47DF1826}" destId="{1542932F-1276-4021-B056-B0159E994197}" srcOrd="4" destOrd="0" presId="urn:microsoft.com/office/officeart/2005/8/layout/list1"/>
    <dgm:cxn modelId="{46FDE50D-C31E-41E2-897D-C45E2909996E}" type="presParOf" srcId="{1542932F-1276-4021-B056-B0159E994197}" destId="{FB4D8791-0067-4277-A624-C18FEBB3F9C9}" srcOrd="0" destOrd="0" presId="urn:microsoft.com/office/officeart/2005/8/layout/list1"/>
    <dgm:cxn modelId="{CCEA8896-D41D-4531-A74D-E7FA139358D3}" type="presParOf" srcId="{1542932F-1276-4021-B056-B0159E994197}" destId="{407CB414-DECC-4614-B4E7-B1B07146A0DA}" srcOrd="1" destOrd="0" presId="urn:microsoft.com/office/officeart/2005/8/layout/list1"/>
    <dgm:cxn modelId="{1F4164EC-C86C-4440-B0FA-7C54FF0AE50C}" type="presParOf" srcId="{FEFEE5C2-9E74-4162-B6BB-DF3C47DF1826}" destId="{581F3AAF-DFA5-4DC0-9FFC-2FFD9A533D3B}" srcOrd="5" destOrd="0" presId="urn:microsoft.com/office/officeart/2005/8/layout/list1"/>
    <dgm:cxn modelId="{44BCD2D2-01A0-450C-B077-A49645F5F6A7}" type="presParOf" srcId="{FEFEE5C2-9E74-4162-B6BB-DF3C47DF1826}" destId="{D986CD61-4056-4504-AFBE-461CFF608991}" srcOrd="6" destOrd="0" presId="urn:microsoft.com/office/officeart/2005/8/layout/list1"/>
    <dgm:cxn modelId="{05640DC5-799E-49E0-8413-2DF8C24A295C}" type="presParOf" srcId="{FEFEE5C2-9E74-4162-B6BB-DF3C47DF1826}" destId="{1D9F8A67-0DDA-4FD9-BFBD-119A0A64DA41}" srcOrd="7" destOrd="0" presId="urn:microsoft.com/office/officeart/2005/8/layout/list1"/>
    <dgm:cxn modelId="{0FD4CC17-5D21-44ED-ADF6-CDDF4AD61A2E}" type="presParOf" srcId="{FEFEE5C2-9E74-4162-B6BB-DF3C47DF1826}" destId="{F5867B39-E4E9-42AB-91C1-47420F6E1316}" srcOrd="8" destOrd="0" presId="urn:microsoft.com/office/officeart/2005/8/layout/list1"/>
    <dgm:cxn modelId="{CADE225F-9729-45F1-846B-B51B1A68D0F0}" type="presParOf" srcId="{F5867B39-E4E9-42AB-91C1-47420F6E1316}" destId="{1AC83464-FCFC-402E-AB12-3BD0DD33CDFD}" srcOrd="0" destOrd="0" presId="urn:microsoft.com/office/officeart/2005/8/layout/list1"/>
    <dgm:cxn modelId="{E66C72BD-42B8-47F7-9E12-C2B24687B09F}" type="presParOf" srcId="{F5867B39-E4E9-42AB-91C1-47420F6E1316}" destId="{7B6F0696-23F6-4E80-8202-F5A7BFF93AC6}" srcOrd="1" destOrd="0" presId="urn:microsoft.com/office/officeart/2005/8/layout/list1"/>
    <dgm:cxn modelId="{C729F663-D5A7-440F-90FE-DC799C8434A0}" type="presParOf" srcId="{FEFEE5C2-9E74-4162-B6BB-DF3C47DF1826}" destId="{7A28DC83-C339-419A-8CB0-2F959BEA2F36}" srcOrd="9" destOrd="0" presId="urn:microsoft.com/office/officeart/2005/8/layout/list1"/>
    <dgm:cxn modelId="{10F00784-DCB8-4C1D-BAE8-3D2AA361D2DA}" type="presParOf" srcId="{FEFEE5C2-9E74-4162-B6BB-DF3C47DF1826}" destId="{7ED96BF8-37DA-4BD4-A968-250F0C77CEA2}" srcOrd="10" destOrd="0" presId="urn:microsoft.com/office/officeart/2005/8/layout/list1"/>
    <dgm:cxn modelId="{E6F519E1-57B5-4822-B8AE-F63E9996EFA6}" type="presParOf" srcId="{FEFEE5C2-9E74-4162-B6BB-DF3C47DF1826}" destId="{D55B3C41-AFC5-4FC0-BC1E-81A2BFA0BB6D}" srcOrd="11" destOrd="0" presId="urn:microsoft.com/office/officeart/2005/8/layout/list1"/>
    <dgm:cxn modelId="{EEFFFD82-8FFD-4F34-A1D6-ECE698506C86}" type="presParOf" srcId="{FEFEE5C2-9E74-4162-B6BB-DF3C47DF1826}" destId="{DB8DABE5-B0CF-4BDB-A0A0-CCACEE7F1E2D}" srcOrd="12" destOrd="0" presId="urn:microsoft.com/office/officeart/2005/8/layout/list1"/>
    <dgm:cxn modelId="{B5B4DB27-5919-4983-B99D-1BF099EAB0B2}" type="presParOf" srcId="{DB8DABE5-B0CF-4BDB-A0A0-CCACEE7F1E2D}" destId="{77260444-5B21-4D2A-9DF3-B267C106490A}" srcOrd="0" destOrd="0" presId="urn:microsoft.com/office/officeart/2005/8/layout/list1"/>
    <dgm:cxn modelId="{AADF6283-BD71-4505-8142-8A117A6012EB}" type="presParOf" srcId="{DB8DABE5-B0CF-4BDB-A0A0-CCACEE7F1E2D}" destId="{EA15A19F-ECFA-450C-9BC3-C4A920807621}" srcOrd="1" destOrd="0" presId="urn:microsoft.com/office/officeart/2005/8/layout/list1"/>
    <dgm:cxn modelId="{71DE5CE6-3130-40A5-876C-C515EA22EFD6}" type="presParOf" srcId="{FEFEE5C2-9E74-4162-B6BB-DF3C47DF1826}" destId="{9E7CDE73-1336-4C13-AF98-7895E09E3020}" srcOrd="13" destOrd="0" presId="urn:microsoft.com/office/officeart/2005/8/layout/list1"/>
    <dgm:cxn modelId="{E0C51491-1259-4F37-AEA4-BB0E631A56AD}" type="presParOf" srcId="{FEFEE5C2-9E74-4162-B6BB-DF3C47DF1826}" destId="{1EC542F9-2B8E-4680-914E-CF619BA61DB1}" srcOrd="14" destOrd="0" presId="urn:microsoft.com/office/officeart/2005/8/layout/list1"/>
    <dgm:cxn modelId="{E52076C8-1D67-4B42-A085-866B71FBD4D1}" type="presParOf" srcId="{FEFEE5C2-9E74-4162-B6BB-DF3C47DF1826}" destId="{595FDBC1-75E7-4DFB-B3FB-2CCCB8A79B36}" srcOrd="15" destOrd="0" presId="urn:microsoft.com/office/officeart/2005/8/layout/list1"/>
    <dgm:cxn modelId="{87EEF208-9BCE-4D45-B9CA-CF91DB702FFB}" type="presParOf" srcId="{FEFEE5C2-9E74-4162-B6BB-DF3C47DF1826}" destId="{FD960DF4-AB24-4A1A-912F-CCC5E3B8B856}" srcOrd="16" destOrd="0" presId="urn:microsoft.com/office/officeart/2005/8/layout/list1"/>
    <dgm:cxn modelId="{584A21C2-9414-43D5-8F6E-6680B330E4B8}" type="presParOf" srcId="{FD960DF4-AB24-4A1A-912F-CCC5E3B8B856}" destId="{E7A523E7-112C-4A3A-B1D8-7BBFC104249E}" srcOrd="0" destOrd="0" presId="urn:microsoft.com/office/officeart/2005/8/layout/list1"/>
    <dgm:cxn modelId="{6322626C-DD56-4722-8105-B4CDEAD7BCA6}" type="presParOf" srcId="{FD960DF4-AB24-4A1A-912F-CCC5E3B8B856}" destId="{BBF32EC9-57CF-4C1A-A5E8-D815E1357996}" srcOrd="1" destOrd="0" presId="urn:microsoft.com/office/officeart/2005/8/layout/list1"/>
    <dgm:cxn modelId="{93DABFBA-C8FE-456A-BEB1-D17FDFCABE81}" type="presParOf" srcId="{FEFEE5C2-9E74-4162-B6BB-DF3C47DF1826}" destId="{4D90D62B-C6AB-4295-B597-05EA45535AF7}" srcOrd="17" destOrd="0" presId="urn:microsoft.com/office/officeart/2005/8/layout/list1"/>
    <dgm:cxn modelId="{D2825800-E5AB-4674-8ED7-8889427A7FC0}" type="presParOf" srcId="{FEFEE5C2-9E74-4162-B6BB-DF3C47DF1826}" destId="{55989E2A-5993-4439-9E83-9C54E1EC8605}" srcOrd="18" destOrd="0" presId="urn:microsoft.com/office/officeart/2005/8/layout/list1"/>
    <dgm:cxn modelId="{71F4E1EB-B40B-466E-91A9-818F0E4CE28F}" type="presParOf" srcId="{FEFEE5C2-9E74-4162-B6BB-DF3C47DF1826}" destId="{974E3CD4-FFD9-434D-B805-5C60A94C4B4B}" srcOrd="19" destOrd="0" presId="urn:microsoft.com/office/officeart/2005/8/layout/list1"/>
    <dgm:cxn modelId="{E3F5E684-ECFE-4830-84BF-0953FB6519CD}" type="presParOf" srcId="{FEFEE5C2-9E74-4162-B6BB-DF3C47DF1826}" destId="{01BC6388-C864-4697-90A6-C51AAA476F47}" srcOrd="20" destOrd="0" presId="urn:microsoft.com/office/officeart/2005/8/layout/list1"/>
    <dgm:cxn modelId="{C1975672-87E8-4208-A46F-A291B4A85BDC}" type="presParOf" srcId="{01BC6388-C864-4697-90A6-C51AAA476F47}" destId="{D6DA63CA-8E33-4A40-9C28-E890649A4DC4}" srcOrd="0" destOrd="0" presId="urn:microsoft.com/office/officeart/2005/8/layout/list1"/>
    <dgm:cxn modelId="{3F7DE4CB-17B5-4451-A674-F98E107C1FBE}" type="presParOf" srcId="{01BC6388-C864-4697-90A6-C51AAA476F47}" destId="{388F0E90-CE88-454E-86EB-973F129CE766}" srcOrd="1" destOrd="0" presId="urn:microsoft.com/office/officeart/2005/8/layout/list1"/>
    <dgm:cxn modelId="{6659798F-BE84-4E33-B904-9387AA31E4AF}" type="presParOf" srcId="{FEFEE5C2-9E74-4162-B6BB-DF3C47DF1826}" destId="{C4088723-332B-4C82-AF01-98A388FA544B}" srcOrd="21" destOrd="0" presId="urn:microsoft.com/office/officeart/2005/8/layout/list1"/>
    <dgm:cxn modelId="{3C065BAD-C730-4370-ABA6-C958A8305F70}" type="presParOf" srcId="{FEFEE5C2-9E74-4162-B6BB-DF3C47DF1826}" destId="{E4AB0DE4-1264-419B-82DD-A4DC6F71DDF7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EF268A-79B6-4137-BF42-3CB19E04A00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327EE0F-9646-4A83-87E0-277544047D4D}">
      <dgm:prSet/>
      <dgm:spPr/>
      <dgm:t>
        <a:bodyPr/>
        <a:lstStyle/>
        <a:p>
          <a:r>
            <a:rPr lang="en-US"/>
            <a:t>FastAPI backend running inside Colab:</a:t>
          </a:r>
        </a:p>
      </dgm:t>
    </dgm:pt>
    <dgm:pt modelId="{4AE0CBDD-4B40-421A-B346-3B2144BA64A5}" type="parTrans" cxnId="{9DB16AAA-D8A9-449E-B730-8475E0817BB6}">
      <dgm:prSet/>
      <dgm:spPr/>
      <dgm:t>
        <a:bodyPr/>
        <a:lstStyle/>
        <a:p>
          <a:endParaRPr lang="en-US"/>
        </a:p>
      </dgm:t>
    </dgm:pt>
    <dgm:pt modelId="{94EA4EEF-689F-4BF7-B674-7F73EA6E93BE}" type="sibTrans" cxnId="{9DB16AAA-D8A9-449E-B730-8475E0817BB6}">
      <dgm:prSet/>
      <dgm:spPr/>
      <dgm:t>
        <a:bodyPr/>
        <a:lstStyle/>
        <a:p>
          <a:endParaRPr lang="en-US"/>
        </a:p>
      </dgm:t>
    </dgm:pt>
    <dgm:pt modelId="{AA2C967A-FF90-4F2F-B20C-8B25603A13F9}">
      <dgm:prSet/>
      <dgm:spPr/>
      <dgm:t>
        <a:bodyPr/>
        <a:lstStyle/>
        <a:p>
          <a:r>
            <a:rPr lang="en-US"/>
            <a:t>• Uvicorn server</a:t>
          </a:r>
        </a:p>
      </dgm:t>
    </dgm:pt>
    <dgm:pt modelId="{BF08CB4B-3DD0-4A69-BE5A-4EFBEF0FC5B6}" type="parTrans" cxnId="{75B5BC94-F1D7-4835-B600-51189F852708}">
      <dgm:prSet/>
      <dgm:spPr/>
      <dgm:t>
        <a:bodyPr/>
        <a:lstStyle/>
        <a:p>
          <a:endParaRPr lang="en-US"/>
        </a:p>
      </dgm:t>
    </dgm:pt>
    <dgm:pt modelId="{5FFA4993-4B75-4AAD-940B-B81DEFF42D63}" type="sibTrans" cxnId="{75B5BC94-F1D7-4835-B600-51189F852708}">
      <dgm:prSet/>
      <dgm:spPr/>
      <dgm:t>
        <a:bodyPr/>
        <a:lstStyle/>
        <a:p>
          <a:endParaRPr lang="en-US"/>
        </a:p>
      </dgm:t>
    </dgm:pt>
    <dgm:pt modelId="{CA94C7FA-1BC9-430F-BD2B-5158A6353C30}">
      <dgm:prSet/>
      <dgm:spPr/>
      <dgm:t>
        <a:bodyPr/>
        <a:lstStyle/>
        <a:p>
          <a:r>
            <a:rPr lang="en-US"/>
            <a:t>• Async execution using nest_asyncio</a:t>
          </a:r>
        </a:p>
      </dgm:t>
    </dgm:pt>
    <dgm:pt modelId="{F23C120E-8B92-4B3D-BB64-354E19B4E073}" type="parTrans" cxnId="{1F5D7301-6722-4B74-96D3-DA0984A6CFE6}">
      <dgm:prSet/>
      <dgm:spPr/>
      <dgm:t>
        <a:bodyPr/>
        <a:lstStyle/>
        <a:p>
          <a:endParaRPr lang="en-US"/>
        </a:p>
      </dgm:t>
    </dgm:pt>
    <dgm:pt modelId="{1CF03164-8DF1-4D7F-9B09-86FCCCF558E8}" type="sibTrans" cxnId="{1F5D7301-6722-4B74-96D3-DA0984A6CFE6}">
      <dgm:prSet/>
      <dgm:spPr/>
      <dgm:t>
        <a:bodyPr/>
        <a:lstStyle/>
        <a:p>
          <a:endParaRPr lang="en-US"/>
        </a:p>
      </dgm:t>
    </dgm:pt>
    <dgm:pt modelId="{8B1008E9-8451-4212-BC3D-4F9D1DE46C70}">
      <dgm:prSet/>
      <dgm:spPr/>
      <dgm:t>
        <a:bodyPr/>
        <a:lstStyle/>
        <a:p>
          <a:r>
            <a:rPr lang="en-US"/>
            <a:t>• REST endpoints</a:t>
          </a:r>
        </a:p>
      </dgm:t>
    </dgm:pt>
    <dgm:pt modelId="{FE546DCA-9316-454B-ABC3-ED83F38C84D3}" type="parTrans" cxnId="{DF23610A-00A6-43F5-A9CA-13E4227C9BAB}">
      <dgm:prSet/>
      <dgm:spPr/>
      <dgm:t>
        <a:bodyPr/>
        <a:lstStyle/>
        <a:p>
          <a:endParaRPr lang="en-US"/>
        </a:p>
      </dgm:t>
    </dgm:pt>
    <dgm:pt modelId="{826D84BE-1A4E-46AD-A719-8FD4B7545B80}" type="sibTrans" cxnId="{DF23610A-00A6-43F5-A9CA-13E4227C9BAB}">
      <dgm:prSet/>
      <dgm:spPr/>
      <dgm:t>
        <a:bodyPr/>
        <a:lstStyle/>
        <a:p>
          <a:endParaRPr lang="en-US"/>
        </a:p>
      </dgm:t>
    </dgm:pt>
    <dgm:pt modelId="{1CCFFFC7-5F65-4F8E-91B3-F655668B140A}">
      <dgm:prSet/>
      <dgm:spPr/>
      <dgm:t>
        <a:bodyPr/>
        <a:lstStyle/>
        <a:p>
          <a:r>
            <a:rPr lang="en-US"/>
            <a:t>• Logic engine for reasoning</a:t>
          </a:r>
        </a:p>
      </dgm:t>
    </dgm:pt>
    <dgm:pt modelId="{018141F9-781C-47D9-A6C4-71FBD711192B}" type="parTrans" cxnId="{1B31183D-1DE8-44D1-8BA8-6E38E600FE20}">
      <dgm:prSet/>
      <dgm:spPr/>
      <dgm:t>
        <a:bodyPr/>
        <a:lstStyle/>
        <a:p>
          <a:endParaRPr lang="en-US"/>
        </a:p>
      </dgm:t>
    </dgm:pt>
    <dgm:pt modelId="{19B8DF3E-9DAF-4839-B1A2-7842C690297F}" type="sibTrans" cxnId="{1B31183D-1DE8-44D1-8BA8-6E38E600FE20}">
      <dgm:prSet/>
      <dgm:spPr/>
      <dgm:t>
        <a:bodyPr/>
        <a:lstStyle/>
        <a:p>
          <a:endParaRPr lang="en-US"/>
        </a:p>
      </dgm:t>
    </dgm:pt>
    <dgm:pt modelId="{35B3BE5F-8DAB-4309-A09A-0632DC2164B5}">
      <dgm:prSet/>
      <dgm:spPr/>
      <dgm:t>
        <a:bodyPr/>
        <a:lstStyle/>
        <a:p>
          <a:r>
            <a:rPr lang="en-US"/>
            <a:t>Flow: Request → Mode Detection → Logic → JSON Response</a:t>
          </a:r>
        </a:p>
      </dgm:t>
    </dgm:pt>
    <dgm:pt modelId="{E31A8108-6BCD-42D7-9746-F57B2DE3503F}" type="parTrans" cxnId="{1A53446E-9713-4288-9619-D6308D7E27D2}">
      <dgm:prSet/>
      <dgm:spPr/>
      <dgm:t>
        <a:bodyPr/>
        <a:lstStyle/>
        <a:p>
          <a:endParaRPr lang="en-US"/>
        </a:p>
      </dgm:t>
    </dgm:pt>
    <dgm:pt modelId="{D3A06B73-0301-47A8-B4C6-1A4007B4E286}" type="sibTrans" cxnId="{1A53446E-9713-4288-9619-D6308D7E27D2}">
      <dgm:prSet/>
      <dgm:spPr/>
      <dgm:t>
        <a:bodyPr/>
        <a:lstStyle/>
        <a:p>
          <a:endParaRPr lang="en-US"/>
        </a:p>
      </dgm:t>
    </dgm:pt>
    <dgm:pt modelId="{0CCB1C4A-7AB1-494D-A8AC-9DCC2D5D37F3}" type="pres">
      <dgm:prSet presAssocID="{CEEF268A-79B6-4137-BF42-3CB19E04A003}" presName="diagram" presStyleCnt="0">
        <dgm:presLayoutVars>
          <dgm:dir/>
          <dgm:resizeHandles val="exact"/>
        </dgm:presLayoutVars>
      </dgm:prSet>
      <dgm:spPr/>
    </dgm:pt>
    <dgm:pt modelId="{023C4AA6-B3D7-450E-8E59-86379F967E3A}" type="pres">
      <dgm:prSet presAssocID="{A327EE0F-9646-4A83-87E0-277544047D4D}" presName="node" presStyleLbl="node1" presStyleIdx="0" presStyleCnt="6">
        <dgm:presLayoutVars>
          <dgm:bulletEnabled val="1"/>
        </dgm:presLayoutVars>
      </dgm:prSet>
      <dgm:spPr/>
    </dgm:pt>
    <dgm:pt modelId="{880FDE43-25F6-4C35-97F5-51951DF3CEF6}" type="pres">
      <dgm:prSet presAssocID="{94EA4EEF-689F-4BF7-B674-7F73EA6E93BE}" presName="sibTrans" presStyleCnt="0"/>
      <dgm:spPr/>
    </dgm:pt>
    <dgm:pt modelId="{75537602-2049-43D9-828F-DB29770201A8}" type="pres">
      <dgm:prSet presAssocID="{AA2C967A-FF90-4F2F-B20C-8B25603A13F9}" presName="node" presStyleLbl="node1" presStyleIdx="1" presStyleCnt="6">
        <dgm:presLayoutVars>
          <dgm:bulletEnabled val="1"/>
        </dgm:presLayoutVars>
      </dgm:prSet>
      <dgm:spPr/>
    </dgm:pt>
    <dgm:pt modelId="{82897755-FD1C-49FE-BC95-54587CFE8391}" type="pres">
      <dgm:prSet presAssocID="{5FFA4993-4B75-4AAD-940B-B81DEFF42D63}" presName="sibTrans" presStyleCnt="0"/>
      <dgm:spPr/>
    </dgm:pt>
    <dgm:pt modelId="{630D033A-93EA-4269-B75A-9A4E9DD21BB3}" type="pres">
      <dgm:prSet presAssocID="{CA94C7FA-1BC9-430F-BD2B-5158A6353C30}" presName="node" presStyleLbl="node1" presStyleIdx="2" presStyleCnt="6">
        <dgm:presLayoutVars>
          <dgm:bulletEnabled val="1"/>
        </dgm:presLayoutVars>
      </dgm:prSet>
      <dgm:spPr/>
    </dgm:pt>
    <dgm:pt modelId="{DB84F115-64F9-4667-8C38-5CB7C91659FC}" type="pres">
      <dgm:prSet presAssocID="{1CF03164-8DF1-4D7F-9B09-86FCCCF558E8}" presName="sibTrans" presStyleCnt="0"/>
      <dgm:spPr/>
    </dgm:pt>
    <dgm:pt modelId="{9B923C6A-5954-4081-A8FF-9E4228E4DDA6}" type="pres">
      <dgm:prSet presAssocID="{8B1008E9-8451-4212-BC3D-4F9D1DE46C70}" presName="node" presStyleLbl="node1" presStyleIdx="3" presStyleCnt="6">
        <dgm:presLayoutVars>
          <dgm:bulletEnabled val="1"/>
        </dgm:presLayoutVars>
      </dgm:prSet>
      <dgm:spPr/>
    </dgm:pt>
    <dgm:pt modelId="{391A752F-FF27-4202-A65C-101F1F7E87A1}" type="pres">
      <dgm:prSet presAssocID="{826D84BE-1A4E-46AD-A719-8FD4B7545B80}" presName="sibTrans" presStyleCnt="0"/>
      <dgm:spPr/>
    </dgm:pt>
    <dgm:pt modelId="{9162EDE6-AB46-42E3-8DCB-13D0BBC9B204}" type="pres">
      <dgm:prSet presAssocID="{1CCFFFC7-5F65-4F8E-91B3-F655668B140A}" presName="node" presStyleLbl="node1" presStyleIdx="4" presStyleCnt="6">
        <dgm:presLayoutVars>
          <dgm:bulletEnabled val="1"/>
        </dgm:presLayoutVars>
      </dgm:prSet>
      <dgm:spPr/>
    </dgm:pt>
    <dgm:pt modelId="{B89B9E8D-CDA3-490A-8C48-D151C03B7749}" type="pres">
      <dgm:prSet presAssocID="{19B8DF3E-9DAF-4839-B1A2-7842C690297F}" presName="sibTrans" presStyleCnt="0"/>
      <dgm:spPr/>
    </dgm:pt>
    <dgm:pt modelId="{D3F8B9C4-D432-4144-94CB-412B6D470E27}" type="pres">
      <dgm:prSet presAssocID="{35B3BE5F-8DAB-4309-A09A-0632DC2164B5}" presName="node" presStyleLbl="node1" presStyleIdx="5" presStyleCnt="6">
        <dgm:presLayoutVars>
          <dgm:bulletEnabled val="1"/>
        </dgm:presLayoutVars>
      </dgm:prSet>
      <dgm:spPr/>
    </dgm:pt>
  </dgm:ptLst>
  <dgm:cxnLst>
    <dgm:cxn modelId="{1F5D7301-6722-4B74-96D3-DA0984A6CFE6}" srcId="{CEEF268A-79B6-4137-BF42-3CB19E04A003}" destId="{CA94C7FA-1BC9-430F-BD2B-5158A6353C30}" srcOrd="2" destOrd="0" parTransId="{F23C120E-8B92-4B3D-BB64-354E19B4E073}" sibTransId="{1CF03164-8DF1-4D7F-9B09-86FCCCF558E8}"/>
    <dgm:cxn modelId="{DF23610A-00A6-43F5-A9CA-13E4227C9BAB}" srcId="{CEEF268A-79B6-4137-BF42-3CB19E04A003}" destId="{8B1008E9-8451-4212-BC3D-4F9D1DE46C70}" srcOrd="3" destOrd="0" parTransId="{FE546DCA-9316-454B-ABC3-ED83F38C84D3}" sibTransId="{826D84BE-1A4E-46AD-A719-8FD4B7545B80}"/>
    <dgm:cxn modelId="{1B31183D-1DE8-44D1-8BA8-6E38E600FE20}" srcId="{CEEF268A-79B6-4137-BF42-3CB19E04A003}" destId="{1CCFFFC7-5F65-4F8E-91B3-F655668B140A}" srcOrd="4" destOrd="0" parTransId="{018141F9-781C-47D9-A6C4-71FBD711192B}" sibTransId="{19B8DF3E-9DAF-4839-B1A2-7842C690297F}"/>
    <dgm:cxn modelId="{2D878F48-FDB1-45B2-BD5A-D2E5E5C9E511}" type="presOf" srcId="{35B3BE5F-8DAB-4309-A09A-0632DC2164B5}" destId="{D3F8B9C4-D432-4144-94CB-412B6D470E27}" srcOrd="0" destOrd="0" presId="urn:microsoft.com/office/officeart/2005/8/layout/default"/>
    <dgm:cxn modelId="{1011026C-F2D1-4B35-B1D2-19520A33EE27}" type="presOf" srcId="{CA94C7FA-1BC9-430F-BD2B-5158A6353C30}" destId="{630D033A-93EA-4269-B75A-9A4E9DD21BB3}" srcOrd="0" destOrd="0" presId="urn:microsoft.com/office/officeart/2005/8/layout/default"/>
    <dgm:cxn modelId="{1A53446E-9713-4288-9619-D6308D7E27D2}" srcId="{CEEF268A-79B6-4137-BF42-3CB19E04A003}" destId="{35B3BE5F-8DAB-4309-A09A-0632DC2164B5}" srcOrd="5" destOrd="0" parTransId="{E31A8108-6BCD-42D7-9746-F57B2DE3503F}" sibTransId="{D3A06B73-0301-47A8-B4C6-1A4007B4E286}"/>
    <dgm:cxn modelId="{75B5BC94-F1D7-4835-B600-51189F852708}" srcId="{CEEF268A-79B6-4137-BF42-3CB19E04A003}" destId="{AA2C967A-FF90-4F2F-B20C-8B25603A13F9}" srcOrd="1" destOrd="0" parTransId="{BF08CB4B-3DD0-4A69-BE5A-4EFBEF0FC5B6}" sibTransId="{5FFA4993-4B75-4AAD-940B-B81DEFF42D63}"/>
    <dgm:cxn modelId="{9DB16AAA-D8A9-449E-B730-8475E0817BB6}" srcId="{CEEF268A-79B6-4137-BF42-3CB19E04A003}" destId="{A327EE0F-9646-4A83-87E0-277544047D4D}" srcOrd="0" destOrd="0" parTransId="{4AE0CBDD-4B40-421A-B346-3B2144BA64A5}" sibTransId="{94EA4EEF-689F-4BF7-B674-7F73EA6E93BE}"/>
    <dgm:cxn modelId="{7CE3CBAE-19B6-4BCF-9ECB-A22E96EFDBA0}" type="presOf" srcId="{A327EE0F-9646-4A83-87E0-277544047D4D}" destId="{023C4AA6-B3D7-450E-8E59-86379F967E3A}" srcOrd="0" destOrd="0" presId="urn:microsoft.com/office/officeart/2005/8/layout/default"/>
    <dgm:cxn modelId="{17EF19B5-7849-4B36-BB62-E21C417EB2F3}" type="presOf" srcId="{CEEF268A-79B6-4137-BF42-3CB19E04A003}" destId="{0CCB1C4A-7AB1-494D-A8AC-9DCC2D5D37F3}" srcOrd="0" destOrd="0" presId="urn:microsoft.com/office/officeart/2005/8/layout/default"/>
    <dgm:cxn modelId="{D48C4EEC-92E8-4C35-95C8-21A90996FF85}" type="presOf" srcId="{1CCFFFC7-5F65-4F8E-91B3-F655668B140A}" destId="{9162EDE6-AB46-42E3-8DCB-13D0BBC9B204}" srcOrd="0" destOrd="0" presId="urn:microsoft.com/office/officeart/2005/8/layout/default"/>
    <dgm:cxn modelId="{653E2DF0-37DA-43C4-9B46-46844EB96AA5}" type="presOf" srcId="{AA2C967A-FF90-4F2F-B20C-8B25603A13F9}" destId="{75537602-2049-43D9-828F-DB29770201A8}" srcOrd="0" destOrd="0" presId="urn:microsoft.com/office/officeart/2005/8/layout/default"/>
    <dgm:cxn modelId="{A50444F0-0C84-4E0C-A6B6-282AD3E20C69}" type="presOf" srcId="{8B1008E9-8451-4212-BC3D-4F9D1DE46C70}" destId="{9B923C6A-5954-4081-A8FF-9E4228E4DDA6}" srcOrd="0" destOrd="0" presId="urn:microsoft.com/office/officeart/2005/8/layout/default"/>
    <dgm:cxn modelId="{80527CC6-D234-467F-8E71-250EF1B76C56}" type="presParOf" srcId="{0CCB1C4A-7AB1-494D-A8AC-9DCC2D5D37F3}" destId="{023C4AA6-B3D7-450E-8E59-86379F967E3A}" srcOrd="0" destOrd="0" presId="urn:microsoft.com/office/officeart/2005/8/layout/default"/>
    <dgm:cxn modelId="{3346F791-FC4C-4B63-AEA8-F96D98F55F48}" type="presParOf" srcId="{0CCB1C4A-7AB1-494D-A8AC-9DCC2D5D37F3}" destId="{880FDE43-25F6-4C35-97F5-51951DF3CEF6}" srcOrd="1" destOrd="0" presId="urn:microsoft.com/office/officeart/2005/8/layout/default"/>
    <dgm:cxn modelId="{31F1083A-20B1-4615-BAFC-75B354A2C6CC}" type="presParOf" srcId="{0CCB1C4A-7AB1-494D-A8AC-9DCC2D5D37F3}" destId="{75537602-2049-43D9-828F-DB29770201A8}" srcOrd="2" destOrd="0" presId="urn:microsoft.com/office/officeart/2005/8/layout/default"/>
    <dgm:cxn modelId="{43D2E8E7-FCAF-45FC-A239-1BFE98F371C2}" type="presParOf" srcId="{0CCB1C4A-7AB1-494D-A8AC-9DCC2D5D37F3}" destId="{82897755-FD1C-49FE-BC95-54587CFE8391}" srcOrd="3" destOrd="0" presId="urn:microsoft.com/office/officeart/2005/8/layout/default"/>
    <dgm:cxn modelId="{25A5F744-54B3-4FC5-9750-036697F441F9}" type="presParOf" srcId="{0CCB1C4A-7AB1-494D-A8AC-9DCC2D5D37F3}" destId="{630D033A-93EA-4269-B75A-9A4E9DD21BB3}" srcOrd="4" destOrd="0" presId="urn:microsoft.com/office/officeart/2005/8/layout/default"/>
    <dgm:cxn modelId="{1B373BE3-31DD-455F-8691-FBA861631E45}" type="presParOf" srcId="{0CCB1C4A-7AB1-494D-A8AC-9DCC2D5D37F3}" destId="{DB84F115-64F9-4667-8C38-5CB7C91659FC}" srcOrd="5" destOrd="0" presId="urn:microsoft.com/office/officeart/2005/8/layout/default"/>
    <dgm:cxn modelId="{64951DB3-6EC5-4FDC-93EA-5995593BFA52}" type="presParOf" srcId="{0CCB1C4A-7AB1-494D-A8AC-9DCC2D5D37F3}" destId="{9B923C6A-5954-4081-A8FF-9E4228E4DDA6}" srcOrd="6" destOrd="0" presId="urn:microsoft.com/office/officeart/2005/8/layout/default"/>
    <dgm:cxn modelId="{A1B39281-D1F2-4FFE-ACD1-2D0533A5F851}" type="presParOf" srcId="{0CCB1C4A-7AB1-494D-A8AC-9DCC2D5D37F3}" destId="{391A752F-FF27-4202-A65C-101F1F7E87A1}" srcOrd="7" destOrd="0" presId="urn:microsoft.com/office/officeart/2005/8/layout/default"/>
    <dgm:cxn modelId="{4B7CE66B-4C54-43AB-BBB9-5E35926F0992}" type="presParOf" srcId="{0CCB1C4A-7AB1-494D-A8AC-9DCC2D5D37F3}" destId="{9162EDE6-AB46-42E3-8DCB-13D0BBC9B204}" srcOrd="8" destOrd="0" presId="urn:microsoft.com/office/officeart/2005/8/layout/default"/>
    <dgm:cxn modelId="{F7E21D1C-7273-463F-80D4-B3886B7C5DE0}" type="presParOf" srcId="{0CCB1C4A-7AB1-494D-A8AC-9DCC2D5D37F3}" destId="{B89B9E8D-CDA3-490A-8C48-D151C03B7749}" srcOrd="9" destOrd="0" presId="urn:microsoft.com/office/officeart/2005/8/layout/default"/>
    <dgm:cxn modelId="{6A246F82-913E-4CC6-AE5E-879AB97A93C7}" type="presParOf" srcId="{0CCB1C4A-7AB1-494D-A8AC-9DCC2D5D37F3}" destId="{D3F8B9C4-D432-4144-94CB-412B6D470E2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4D4590-738C-4394-8099-25B03E3A494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E5A830E-4E2B-4294-87F4-9B31086F5B82}">
      <dgm:prSet/>
      <dgm:spPr/>
      <dgm:t>
        <a:bodyPr/>
        <a:lstStyle/>
        <a:p>
          <a:r>
            <a:rPr lang="en-US"/>
            <a:t>FastAPI – Backend API framework</a:t>
          </a:r>
        </a:p>
      </dgm:t>
    </dgm:pt>
    <dgm:pt modelId="{98FEAB3F-6CC1-48DD-9BC5-760623D5C256}" type="parTrans" cxnId="{7BEEF161-2EAF-41B7-8C1B-D805283A2C18}">
      <dgm:prSet/>
      <dgm:spPr/>
      <dgm:t>
        <a:bodyPr/>
        <a:lstStyle/>
        <a:p>
          <a:endParaRPr lang="en-US"/>
        </a:p>
      </dgm:t>
    </dgm:pt>
    <dgm:pt modelId="{2400E38B-7057-471D-A208-352FF5EAACBC}" type="sibTrans" cxnId="{7BEEF161-2EAF-41B7-8C1B-D805283A2C18}">
      <dgm:prSet/>
      <dgm:spPr/>
      <dgm:t>
        <a:bodyPr/>
        <a:lstStyle/>
        <a:p>
          <a:endParaRPr lang="en-US"/>
        </a:p>
      </dgm:t>
    </dgm:pt>
    <dgm:pt modelId="{EA840571-A416-4E74-8C78-7F0690580500}">
      <dgm:prSet/>
      <dgm:spPr/>
      <dgm:t>
        <a:bodyPr/>
        <a:lstStyle/>
        <a:p>
          <a:r>
            <a:rPr lang="en-US"/>
            <a:t>Uvicorn – ASGI server</a:t>
          </a:r>
        </a:p>
      </dgm:t>
    </dgm:pt>
    <dgm:pt modelId="{6654D105-78C6-4DEF-8830-E7EC31983F38}" type="parTrans" cxnId="{018E6F63-5FC2-4938-AAD8-50C9094C8FB4}">
      <dgm:prSet/>
      <dgm:spPr/>
      <dgm:t>
        <a:bodyPr/>
        <a:lstStyle/>
        <a:p>
          <a:endParaRPr lang="en-US"/>
        </a:p>
      </dgm:t>
    </dgm:pt>
    <dgm:pt modelId="{92971E7F-2EB8-4BB6-80FA-2A9CB0E5658A}" type="sibTrans" cxnId="{018E6F63-5FC2-4938-AAD8-50C9094C8FB4}">
      <dgm:prSet/>
      <dgm:spPr/>
      <dgm:t>
        <a:bodyPr/>
        <a:lstStyle/>
        <a:p>
          <a:endParaRPr lang="en-US"/>
        </a:p>
      </dgm:t>
    </dgm:pt>
    <dgm:pt modelId="{58FEBD26-3614-4388-8483-0A0A6055FF57}">
      <dgm:prSet/>
      <dgm:spPr/>
      <dgm:t>
        <a:bodyPr/>
        <a:lstStyle/>
        <a:p>
          <a:r>
            <a:rPr lang="en-US"/>
            <a:t>nest_asyncio – Enables async server in Colab</a:t>
          </a:r>
        </a:p>
      </dgm:t>
    </dgm:pt>
    <dgm:pt modelId="{18AD44B0-0082-4AB8-A2DD-6AA99CD80CF4}" type="parTrans" cxnId="{43701167-7AC9-4BD4-80BF-D5A0EFC6C246}">
      <dgm:prSet/>
      <dgm:spPr/>
      <dgm:t>
        <a:bodyPr/>
        <a:lstStyle/>
        <a:p>
          <a:endParaRPr lang="en-US"/>
        </a:p>
      </dgm:t>
    </dgm:pt>
    <dgm:pt modelId="{E12EEDA0-BDE3-4819-A8BF-C274C5CC235D}" type="sibTrans" cxnId="{43701167-7AC9-4BD4-80BF-D5A0EFC6C246}">
      <dgm:prSet/>
      <dgm:spPr/>
      <dgm:t>
        <a:bodyPr/>
        <a:lstStyle/>
        <a:p>
          <a:endParaRPr lang="en-US"/>
        </a:p>
      </dgm:t>
    </dgm:pt>
    <dgm:pt modelId="{68553C0F-F946-4BEA-9E20-E8915288CF7C}">
      <dgm:prSet/>
      <dgm:spPr/>
      <dgm:t>
        <a:bodyPr/>
        <a:lstStyle/>
        <a:p>
          <a:r>
            <a:rPr lang="en-US"/>
            <a:t>Pydantic – Input/Output validation</a:t>
          </a:r>
        </a:p>
      </dgm:t>
    </dgm:pt>
    <dgm:pt modelId="{13AF8FE2-222F-4A92-B394-0E297F27DB69}" type="parTrans" cxnId="{C284B983-F8A8-43BB-82D7-149D813D4FF5}">
      <dgm:prSet/>
      <dgm:spPr/>
      <dgm:t>
        <a:bodyPr/>
        <a:lstStyle/>
        <a:p>
          <a:endParaRPr lang="en-US"/>
        </a:p>
      </dgm:t>
    </dgm:pt>
    <dgm:pt modelId="{658E19D1-889B-4B9C-BDF5-73740A585BC7}" type="sibTrans" cxnId="{C284B983-F8A8-43BB-82D7-149D813D4FF5}">
      <dgm:prSet/>
      <dgm:spPr/>
      <dgm:t>
        <a:bodyPr/>
        <a:lstStyle/>
        <a:p>
          <a:endParaRPr lang="en-US"/>
        </a:p>
      </dgm:t>
    </dgm:pt>
    <dgm:pt modelId="{224184B8-7CD4-4329-9351-FEA40F935CAE}">
      <dgm:prSet/>
      <dgm:spPr/>
      <dgm:t>
        <a:bodyPr/>
        <a:lstStyle/>
        <a:p>
          <a:r>
            <a:rPr lang="en-US"/>
            <a:t>Requests – HTTP testing</a:t>
          </a:r>
        </a:p>
      </dgm:t>
    </dgm:pt>
    <dgm:pt modelId="{A63DE59D-A900-4690-8D4B-3422C42D533A}" type="parTrans" cxnId="{E4961653-DCA7-4B24-85B2-174589BBE508}">
      <dgm:prSet/>
      <dgm:spPr/>
      <dgm:t>
        <a:bodyPr/>
        <a:lstStyle/>
        <a:p>
          <a:endParaRPr lang="en-US"/>
        </a:p>
      </dgm:t>
    </dgm:pt>
    <dgm:pt modelId="{CDB89BFE-FBF5-46FA-9207-A65F5AAB658E}" type="sibTrans" cxnId="{E4961653-DCA7-4B24-85B2-174589BBE508}">
      <dgm:prSet/>
      <dgm:spPr/>
      <dgm:t>
        <a:bodyPr/>
        <a:lstStyle/>
        <a:p>
          <a:endParaRPr lang="en-US"/>
        </a:p>
      </dgm:t>
    </dgm:pt>
    <dgm:pt modelId="{7497FBE9-3B83-4C23-816D-3966881AD3EC}">
      <dgm:prSet/>
      <dgm:spPr/>
      <dgm:t>
        <a:bodyPr/>
        <a:lstStyle/>
        <a:p>
          <a:r>
            <a:rPr lang="en-US"/>
            <a:t>Threading – Running server in background</a:t>
          </a:r>
        </a:p>
      </dgm:t>
    </dgm:pt>
    <dgm:pt modelId="{C9DCDE40-D8C1-496D-9A1A-22F38C68457C}" type="parTrans" cxnId="{B752A79F-AC66-4F80-855D-0FADD9B1F5C3}">
      <dgm:prSet/>
      <dgm:spPr/>
      <dgm:t>
        <a:bodyPr/>
        <a:lstStyle/>
        <a:p>
          <a:endParaRPr lang="en-US"/>
        </a:p>
      </dgm:t>
    </dgm:pt>
    <dgm:pt modelId="{81FCD9B0-B15D-4944-BBCB-0443E55047FE}" type="sibTrans" cxnId="{B752A79F-AC66-4F80-855D-0FADD9B1F5C3}">
      <dgm:prSet/>
      <dgm:spPr/>
      <dgm:t>
        <a:bodyPr/>
        <a:lstStyle/>
        <a:p>
          <a:endParaRPr lang="en-US"/>
        </a:p>
      </dgm:t>
    </dgm:pt>
    <dgm:pt modelId="{6B172942-C8E7-48F0-8EAE-1D92EA3A9857}" type="pres">
      <dgm:prSet presAssocID="{114D4590-738C-4394-8099-25B03E3A494A}" presName="diagram" presStyleCnt="0">
        <dgm:presLayoutVars>
          <dgm:dir/>
          <dgm:resizeHandles val="exact"/>
        </dgm:presLayoutVars>
      </dgm:prSet>
      <dgm:spPr/>
    </dgm:pt>
    <dgm:pt modelId="{0F8263D8-FBF1-4038-8676-0489C609F619}" type="pres">
      <dgm:prSet presAssocID="{CE5A830E-4E2B-4294-87F4-9B31086F5B82}" presName="node" presStyleLbl="node1" presStyleIdx="0" presStyleCnt="6">
        <dgm:presLayoutVars>
          <dgm:bulletEnabled val="1"/>
        </dgm:presLayoutVars>
      </dgm:prSet>
      <dgm:spPr/>
    </dgm:pt>
    <dgm:pt modelId="{410A68C0-9ADB-4B0B-B00D-AED3E8189A0F}" type="pres">
      <dgm:prSet presAssocID="{2400E38B-7057-471D-A208-352FF5EAACBC}" presName="sibTrans" presStyleCnt="0"/>
      <dgm:spPr/>
    </dgm:pt>
    <dgm:pt modelId="{4174BA2B-DA9A-47F5-8A76-92B147B34A3E}" type="pres">
      <dgm:prSet presAssocID="{EA840571-A416-4E74-8C78-7F0690580500}" presName="node" presStyleLbl="node1" presStyleIdx="1" presStyleCnt="6">
        <dgm:presLayoutVars>
          <dgm:bulletEnabled val="1"/>
        </dgm:presLayoutVars>
      </dgm:prSet>
      <dgm:spPr/>
    </dgm:pt>
    <dgm:pt modelId="{6A585C5A-924A-4735-AEF0-DEFA32B852C1}" type="pres">
      <dgm:prSet presAssocID="{92971E7F-2EB8-4BB6-80FA-2A9CB0E5658A}" presName="sibTrans" presStyleCnt="0"/>
      <dgm:spPr/>
    </dgm:pt>
    <dgm:pt modelId="{E87990C0-A30F-406D-A048-B32915FA83C2}" type="pres">
      <dgm:prSet presAssocID="{58FEBD26-3614-4388-8483-0A0A6055FF57}" presName="node" presStyleLbl="node1" presStyleIdx="2" presStyleCnt="6">
        <dgm:presLayoutVars>
          <dgm:bulletEnabled val="1"/>
        </dgm:presLayoutVars>
      </dgm:prSet>
      <dgm:spPr/>
    </dgm:pt>
    <dgm:pt modelId="{4CA78F5E-4916-4970-AC14-149B89A3E92F}" type="pres">
      <dgm:prSet presAssocID="{E12EEDA0-BDE3-4819-A8BF-C274C5CC235D}" presName="sibTrans" presStyleCnt="0"/>
      <dgm:spPr/>
    </dgm:pt>
    <dgm:pt modelId="{78E062DE-76EB-4652-80EB-7D14C1BF3CF2}" type="pres">
      <dgm:prSet presAssocID="{68553C0F-F946-4BEA-9E20-E8915288CF7C}" presName="node" presStyleLbl="node1" presStyleIdx="3" presStyleCnt="6">
        <dgm:presLayoutVars>
          <dgm:bulletEnabled val="1"/>
        </dgm:presLayoutVars>
      </dgm:prSet>
      <dgm:spPr/>
    </dgm:pt>
    <dgm:pt modelId="{AF320E53-F8D5-40DF-BFE3-273B15324702}" type="pres">
      <dgm:prSet presAssocID="{658E19D1-889B-4B9C-BDF5-73740A585BC7}" presName="sibTrans" presStyleCnt="0"/>
      <dgm:spPr/>
    </dgm:pt>
    <dgm:pt modelId="{1DE65592-30DB-4EAC-AB5A-FB423A5BD04A}" type="pres">
      <dgm:prSet presAssocID="{224184B8-7CD4-4329-9351-FEA40F935CAE}" presName="node" presStyleLbl="node1" presStyleIdx="4" presStyleCnt="6">
        <dgm:presLayoutVars>
          <dgm:bulletEnabled val="1"/>
        </dgm:presLayoutVars>
      </dgm:prSet>
      <dgm:spPr/>
    </dgm:pt>
    <dgm:pt modelId="{EAD25D7D-39D6-4CD6-BE79-F3B7A952AAF0}" type="pres">
      <dgm:prSet presAssocID="{CDB89BFE-FBF5-46FA-9207-A65F5AAB658E}" presName="sibTrans" presStyleCnt="0"/>
      <dgm:spPr/>
    </dgm:pt>
    <dgm:pt modelId="{C5FAEB1E-63BD-4368-91A5-707E047203D0}" type="pres">
      <dgm:prSet presAssocID="{7497FBE9-3B83-4C23-816D-3966881AD3EC}" presName="node" presStyleLbl="node1" presStyleIdx="5" presStyleCnt="6">
        <dgm:presLayoutVars>
          <dgm:bulletEnabled val="1"/>
        </dgm:presLayoutVars>
      </dgm:prSet>
      <dgm:spPr/>
    </dgm:pt>
  </dgm:ptLst>
  <dgm:cxnLst>
    <dgm:cxn modelId="{02D66709-2459-4FE1-B23A-63FE647CBEDE}" type="presOf" srcId="{114D4590-738C-4394-8099-25B03E3A494A}" destId="{6B172942-C8E7-48F0-8EAE-1D92EA3A9857}" srcOrd="0" destOrd="0" presId="urn:microsoft.com/office/officeart/2005/8/layout/default"/>
    <dgm:cxn modelId="{689B675D-A495-4426-BD65-CF5080D40AFE}" type="presOf" srcId="{EA840571-A416-4E74-8C78-7F0690580500}" destId="{4174BA2B-DA9A-47F5-8A76-92B147B34A3E}" srcOrd="0" destOrd="0" presId="urn:microsoft.com/office/officeart/2005/8/layout/default"/>
    <dgm:cxn modelId="{7BEEF161-2EAF-41B7-8C1B-D805283A2C18}" srcId="{114D4590-738C-4394-8099-25B03E3A494A}" destId="{CE5A830E-4E2B-4294-87F4-9B31086F5B82}" srcOrd="0" destOrd="0" parTransId="{98FEAB3F-6CC1-48DD-9BC5-760623D5C256}" sibTransId="{2400E38B-7057-471D-A208-352FF5EAACBC}"/>
    <dgm:cxn modelId="{018E6F63-5FC2-4938-AAD8-50C9094C8FB4}" srcId="{114D4590-738C-4394-8099-25B03E3A494A}" destId="{EA840571-A416-4E74-8C78-7F0690580500}" srcOrd="1" destOrd="0" parTransId="{6654D105-78C6-4DEF-8830-E7EC31983F38}" sibTransId="{92971E7F-2EB8-4BB6-80FA-2A9CB0E5658A}"/>
    <dgm:cxn modelId="{43701167-7AC9-4BD4-80BF-D5A0EFC6C246}" srcId="{114D4590-738C-4394-8099-25B03E3A494A}" destId="{58FEBD26-3614-4388-8483-0A0A6055FF57}" srcOrd="2" destOrd="0" parTransId="{18AD44B0-0082-4AB8-A2DD-6AA99CD80CF4}" sibTransId="{E12EEDA0-BDE3-4819-A8BF-C274C5CC235D}"/>
    <dgm:cxn modelId="{47A58C49-D258-4F3B-B026-EDDA6E36BC44}" type="presOf" srcId="{58FEBD26-3614-4388-8483-0A0A6055FF57}" destId="{E87990C0-A30F-406D-A048-B32915FA83C2}" srcOrd="0" destOrd="0" presId="urn:microsoft.com/office/officeart/2005/8/layout/default"/>
    <dgm:cxn modelId="{E4961653-DCA7-4B24-85B2-174589BBE508}" srcId="{114D4590-738C-4394-8099-25B03E3A494A}" destId="{224184B8-7CD4-4329-9351-FEA40F935CAE}" srcOrd="4" destOrd="0" parTransId="{A63DE59D-A900-4690-8D4B-3422C42D533A}" sibTransId="{CDB89BFE-FBF5-46FA-9207-A65F5AAB658E}"/>
    <dgm:cxn modelId="{C284B983-F8A8-43BB-82D7-149D813D4FF5}" srcId="{114D4590-738C-4394-8099-25B03E3A494A}" destId="{68553C0F-F946-4BEA-9E20-E8915288CF7C}" srcOrd="3" destOrd="0" parTransId="{13AF8FE2-222F-4A92-B394-0E297F27DB69}" sibTransId="{658E19D1-889B-4B9C-BDF5-73740A585BC7}"/>
    <dgm:cxn modelId="{0D5BAB8B-B5B8-4078-963D-F855BE7965BD}" type="presOf" srcId="{CE5A830E-4E2B-4294-87F4-9B31086F5B82}" destId="{0F8263D8-FBF1-4038-8676-0489C609F619}" srcOrd="0" destOrd="0" presId="urn:microsoft.com/office/officeart/2005/8/layout/default"/>
    <dgm:cxn modelId="{B752A79F-AC66-4F80-855D-0FADD9B1F5C3}" srcId="{114D4590-738C-4394-8099-25B03E3A494A}" destId="{7497FBE9-3B83-4C23-816D-3966881AD3EC}" srcOrd="5" destOrd="0" parTransId="{C9DCDE40-D8C1-496D-9A1A-22F38C68457C}" sibTransId="{81FCD9B0-B15D-4944-BBCB-0443E55047FE}"/>
    <dgm:cxn modelId="{F9398ACA-4D93-44CC-8714-148DA1D106E0}" type="presOf" srcId="{7497FBE9-3B83-4C23-816D-3966881AD3EC}" destId="{C5FAEB1E-63BD-4368-91A5-707E047203D0}" srcOrd="0" destOrd="0" presId="urn:microsoft.com/office/officeart/2005/8/layout/default"/>
    <dgm:cxn modelId="{BB8ABBCF-5DA0-4550-8C6F-B7B6E58B8F0E}" type="presOf" srcId="{68553C0F-F946-4BEA-9E20-E8915288CF7C}" destId="{78E062DE-76EB-4652-80EB-7D14C1BF3CF2}" srcOrd="0" destOrd="0" presId="urn:microsoft.com/office/officeart/2005/8/layout/default"/>
    <dgm:cxn modelId="{164172F0-721F-4A0B-9D67-69342BDB5C6C}" type="presOf" srcId="{224184B8-7CD4-4329-9351-FEA40F935CAE}" destId="{1DE65592-30DB-4EAC-AB5A-FB423A5BD04A}" srcOrd="0" destOrd="0" presId="urn:microsoft.com/office/officeart/2005/8/layout/default"/>
    <dgm:cxn modelId="{4C54052C-3FDF-4A85-ADC6-FEEF7181F0EB}" type="presParOf" srcId="{6B172942-C8E7-48F0-8EAE-1D92EA3A9857}" destId="{0F8263D8-FBF1-4038-8676-0489C609F619}" srcOrd="0" destOrd="0" presId="urn:microsoft.com/office/officeart/2005/8/layout/default"/>
    <dgm:cxn modelId="{5B580729-E305-4594-B725-3EF453A94BDD}" type="presParOf" srcId="{6B172942-C8E7-48F0-8EAE-1D92EA3A9857}" destId="{410A68C0-9ADB-4B0B-B00D-AED3E8189A0F}" srcOrd="1" destOrd="0" presId="urn:microsoft.com/office/officeart/2005/8/layout/default"/>
    <dgm:cxn modelId="{5BA00D11-B3DF-4E9A-8D79-BDCC55730AB9}" type="presParOf" srcId="{6B172942-C8E7-48F0-8EAE-1D92EA3A9857}" destId="{4174BA2B-DA9A-47F5-8A76-92B147B34A3E}" srcOrd="2" destOrd="0" presId="urn:microsoft.com/office/officeart/2005/8/layout/default"/>
    <dgm:cxn modelId="{299D4D8A-8681-441D-9CBA-4E591310E503}" type="presParOf" srcId="{6B172942-C8E7-48F0-8EAE-1D92EA3A9857}" destId="{6A585C5A-924A-4735-AEF0-DEFA32B852C1}" srcOrd="3" destOrd="0" presId="urn:microsoft.com/office/officeart/2005/8/layout/default"/>
    <dgm:cxn modelId="{61373FBD-ADF2-4FF6-A65A-BB52CA1616FF}" type="presParOf" srcId="{6B172942-C8E7-48F0-8EAE-1D92EA3A9857}" destId="{E87990C0-A30F-406D-A048-B32915FA83C2}" srcOrd="4" destOrd="0" presId="urn:microsoft.com/office/officeart/2005/8/layout/default"/>
    <dgm:cxn modelId="{F7788264-2CED-45ED-B812-79F1BB3DD923}" type="presParOf" srcId="{6B172942-C8E7-48F0-8EAE-1D92EA3A9857}" destId="{4CA78F5E-4916-4970-AC14-149B89A3E92F}" srcOrd="5" destOrd="0" presId="urn:microsoft.com/office/officeart/2005/8/layout/default"/>
    <dgm:cxn modelId="{90A057C7-AD6E-4F17-9441-A81F0CB49A59}" type="presParOf" srcId="{6B172942-C8E7-48F0-8EAE-1D92EA3A9857}" destId="{78E062DE-76EB-4652-80EB-7D14C1BF3CF2}" srcOrd="6" destOrd="0" presId="urn:microsoft.com/office/officeart/2005/8/layout/default"/>
    <dgm:cxn modelId="{3E10F98A-F927-4DA4-9AD1-7880CA00A7A2}" type="presParOf" srcId="{6B172942-C8E7-48F0-8EAE-1D92EA3A9857}" destId="{AF320E53-F8D5-40DF-BFE3-273B15324702}" srcOrd="7" destOrd="0" presId="urn:microsoft.com/office/officeart/2005/8/layout/default"/>
    <dgm:cxn modelId="{74280415-7763-4E7F-AEBF-0E6DFD1368AF}" type="presParOf" srcId="{6B172942-C8E7-48F0-8EAE-1D92EA3A9857}" destId="{1DE65592-30DB-4EAC-AB5A-FB423A5BD04A}" srcOrd="8" destOrd="0" presId="urn:microsoft.com/office/officeart/2005/8/layout/default"/>
    <dgm:cxn modelId="{B714C99B-48E3-4265-A348-F48E10738C6B}" type="presParOf" srcId="{6B172942-C8E7-48F0-8EAE-1D92EA3A9857}" destId="{EAD25D7D-39D6-4CD6-BE79-F3B7A952AAF0}" srcOrd="9" destOrd="0" presId="urn:microsoft.com/office/officeart/2005/8/layout/default"/>
    <dgm:cxn modelId="{CC5EE262-7E2D-42F2-8F74-1BDC4AE22915}" type="presParOf" srcId="{6B172942-C8E7-48F0-8EAE-1D92EA3A9857}" destId="{C5FAEB1E-63BD-4368-91A5-707E047203D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32F3FB-D0A1-4086-A085-F35439C56B8E}" type="doc">
      <dgm:prSet loTypeId="urn:microsoft.com/office/officeart/2005/8/layout/hProcess9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D1FAC8-5C20-4216-ACBA-4D85ECE893A1}">
      <dgm:prSet/>
      <dgm:spPr/>
      <dgm:t>
        <a:bodyPr/>
        <a:lstStyle/>
        <a:p>
          <a:r>
            <a:rPr lang="en-US"/>
            <a:t>VS Code requires local hosting + tunnel setup</a:t>
          </a:r>
        </a:p>
      </dgm:t>
    </dgm:pt>
    <dgm:pt modelId="{31C8F8E1-2A26-442F-9265-B05954C386FD}" type="parTrans" cxnId="{FF5787C2-00D1-43B8-A03A-95D7DF16B7AF}">
      <dgm:prSet/>
      <dgm:spPr/>
      <dgm:t>
        <a:bodyPr/>
        <a:lstStyle/>
        <a:p>
          <a:endParaRPr lang="en-US"/>
        </a:p>
      </dgm:t>
    </dgm:pt>
    <dgm:pt modelId="{A5E7442C-B6B0-4011-8FAB-740E7C929940}" type="sibTrans" cxnId="{FF5787C2-00D1-43B8-A03A-95D7DF16B7AF}">
      <dgm:prSet/>
      <dgm:spPr/>
      <dgm:t>
        <a:bodyPr/>
        <a:lstStyle/>
        <a:p>
          <a:endParaRPr lang="en-US"/>
        </a:p>
      </dgm:t>
    </dgm:pt>
    <dgm:pt modelId="{538875E4-FBFA-45A0-8247-E86DED1A2B0D}">
      <dgm:prSet/>
      <dgm:spPr/>
      <dgm:t>
        <a:bodyPr/>
        <a:lstStyle/>
        <a:p>
          <a:r>
            <a:rPr lang="en-US"/>
            <a:t>Ngrok/LocalTunnel failed due to tokens, password prompts</a:t>
          </a:r>
        </a:p>
      </dgm:t>
    </dgm:pt>
    <dgm:pt modelId="{B4F91D69-8BC6-42F3-97F3-D90421FA6A6E}" type="parTrans" cxnId="{5225A776-8BD6-42D2-BA10-ADCA75678824}">
      <dgm:prSet/>
      <dgm:spPr/>
      <dgm:t>
        <a:bodyPr/>
        <a:lstStyle/>
        <a:p>
          <a:endParaRPr lang="en-US"/>
        </a:p>
      </dgm:t>
    </dgm:pt>
    <dgm:pt modelId="{D85C3E1C-0C88-422E-8F7F-8C7326E2B7D0}" type="sibTrans" cxnId="{5225A776-8BD6-42D2-BA10-ADCA75678824}">
      <dgm:prSet/>
      <dgm:spPr/>
      <dgm:t>
        <a:bodyPr/>
        <a:lstStyle/>
        <a:p>
          <a:endParaRPr lang="en-US"/>
        </a:p>
      </dgm:t>
    </dgm:pt>
    <dgm:pt modelId="{C33D15F2-1A61-4241-93C3-6A74C4C595EE}">
      <dgm:prSet/>
      <dgm:spPr/>
      <dgm:t>
        <a:bodyPr/>
        <a:lstStyle/>
        <a:p>
          <a:r>
            <a:rPr lang="en-US"/>
            <a:t>Colab provides native execution + AI assistance</a:t>
          </a:r>
        </a:p>
      </dgm:t>
    </dgm:pt>
    <dgm:pt modelId="{6FF68C2E-E450-4F30-86EF-A4162A458363}" type="parTrans" cxnId="{57ADDD0D-E3D9-4B02-B9DA-B7699613C057}">
      <dgm:prSet/>
      <dgm:spPr/>
      <dgm:t>
        <a:bodyPr/>
        <a:lstStyle/>
        <a:p>
          <a:endParaRPr lang="en-US"/>
        </a:p>
      </dgm:t>
    </dgm:pt>
    <dgm:pt modelId="{BC43524D-0427-4719-A92A-EEB17AB01905}" type="sibTrans" cxnId="{57ADDD0D-E3D9-4B02-B9DA-B7699613C057}">
      <dgm:prSet/>
      <dgm:spPr/>
      <dgm:t>
        <a:bodyPr/>
        <a:lstStyle/>
        <a:p>
          <a:endParaRPr lang="en-US"/>
        </a:p>
      </dgm:t>
    </dgm:pt>
    <dgm:pt modelId="{7F94A556-2EF7-45AD-B619-CADB46E8BD57}">
      <dgm:prSet/>
      <dgm:spPr/>
      <dgm:t>
        <a:bodyPr/>
        <a:lstStyle/>
        <a:p>
          <a:r>
            <a:rPr lang="en-US"/>
            <a:t>Colab avoids OS and dependency issues</a:t>
          </a:r>
        </a:p>
      </dgm:t>
    </dgm:pt>
    <dgm:pt modelId="{1136DEDA-DC6B-4129-87FA-9262245A0B46}" type="parTrans" cxnId="{98B28F31-3479-4506-B91C-2951CBF839D0}">
      <dgm:prSet/>
      <dgm:spPr/>
      <dgm:t>
        <a:bodyPr/>
        <a:lstStyle/>
        <a:p>
          <a:endParaRPr lang="en-US"/>
        </a:p>
      </dgm:t>
    </dgm:pt>
    <dgm:pt modelId="{48884D12-78E9-4A3F-8109-64F7DA08861B}" type="sibTrans" cxnId="{98B28F31-3479-4506-B91C-2951CBF839D0}">
      <dgm:prSet/>
      <dgm:spPr/>
      <dgm:t>
        <a:bodyPr/>
        <a:lstStyle/>
        <a:p>
          <a:endParaRPr lang="en-US"/>
        </a:p>
      </dgm:t>
    </dgm:pt>
    <dgm:pt modelId="{37977343-3ECA-4B8E-89D2-23545EB5206F}" type="pres">
      <dgm:prSet presAssocID="{E832F3FB-D0A1-4086-A085-F35439C56B8E}" presName="CompostProcess" presStyleCnt="0">
        <dgm:presLayoutVars>
          <dgm:dir/>
          <dgm:resizeHandles val="exact"/>
        </dgm:presLayoutVars>
      </dgm:prSet>
      <dgm:spPr/>
    </dgm:pt>
    <dgm:pt modelId="{D2797973-DF12-4606-BB68-3F36037F9C45}" type="pres">
      <dgm:prSet presAssocID="{E832F3FB-D0A1-4086-A085-F35439C56B8E}" presName="arrow" presStyleLbl="bgShp" presStyleIdx="0" presStyleCnt="1"/>
      <dgm:spPr/>
    </dgm:pt>
    <dgm:pt modelId="{DE14D01F-DEE2-475E-892B-48195035F3C4}" type="pres">
      <dgm:prSet presAssocID="{E832F3FB-D0A1-4086-A085-F35439C56B8E}" presName="linearProcess" presStyleCnt="0"/>
      <dgm:spPr/>
    </dgm:pt>
    <dgm:pt modelId="{4CF2CD8A-7AFF-45C7-8B18-341A71054962}" type="pres">
      <dgm:prSet presAssocID="{18D1FAC8-5C20-4216-ACBA-4D85ECE893A1}" presName="textNode" presStyleLbl="node1" presStyleIdx="0" presStyleCnt="4">
        <dgm:presLayoutVars>
          <dgm:bulletEnabled val="1"/>
        </dgm:presLayoutVars>
      </dgm:prSet>
      <dgm:spPr/>
    </dgm:pt>
    <dgm:pt modelId="{685C07F0-30A4-46CD-A0FF-6D68E3C61B6E}" type="pres">
      <dgm:prSet presAssocID="{A5E7442C-B6B0-4011-8FAB-740E7C929940}" presName="sibTrans" presStyleCnt="0"/>
      <dgm:spPr/>
    </dgm:pt>
    <dgm:pt modelId="{6193845D-0B34-4545-BB23-B9BF654FCED6}" type="pres">
      <dgm:prSet presAssocID="{538875E4-FBFA-45A0-8247-E86DED1A2B0D}" presName="textNode" presStyleLbl="node1" presStyleIdx="1" presStyleCnt="4">
        <dgm:presLayoutVars>
          <dgm:bulletEnabled val="1"/>
        </dgm:presLayoutVars>
      </dgm:prSet>
      <dgm:spPr/>
    </dgm:pt>
    <dgm:pt modelId="{6FBD04FE-E894-4E49-A307-F64C0706AB4F}" type="pres">
      <dgm:prSet presAssocID="{D85C3E1C-0C88-422E-8F7F-8C7326E2B7D0}" presName="sibTrans" presStyleCnt="0"/>
      <dgm:spPr/>
    </dgm:pt>
    <dgm:pt modelId="{5B9F4134-A001-4F3B-8908-0D2449372B87}" type="pres">
      <dgm:prSet presAssocID="{C33D15F2-1A61-4241-93C3-6A74C4C595EE}" presName="textNode" presStyleLbl="node1" presStyleIdx="2" presStyleCnt="4">
        <dgm:presLayoutVars>
          <dgm:bulletEnabled val="1"/>
        </dgm:presLayoutVars>
      </dgm:prSet>
      <dgm:spPr/>
    </dgm:pt>
    <dgm:pt modelId="{5AB90C0F-0CE9-41F9-9C3A-DF6A5DB01CCD}" type="pres">
      <dgm:prSet presAssocID="{BC43524D-0427-4719-A92A-EEB17AB01905}" presName="sibTrans" presStyleCnt="0"/>
      <dgm:spPr/>
    </dgm:pt>
    <dgm:pt modelId="{477DD140-71DA-4780-9535-7AEE9E107F22}" type="pres">
      <dgm:prSet presAssocID="{7F94A556-2EF7-45AD-B619-CADB46E8BD57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57ADDD0D-E3D9-4B02-B9DA-B7699613C057}" srcId="{E832F3FB-D0A1-4086-A085-F35439C56B8E}" destId="{C33D15F2-1A61-4241-93C3-6A74C4C595EE}" srcOrd="2" destOrd="0" parTransId="{6FF68C2E-E450-4F30-86EF-A4162A458363}" sibTransId="{BC43524D-0427-4719-A92A-EEB17AB01905}"/>
    <dgm:cxn modelId="{98B28F31-3479-4506-B91C-2951CBF839D0}" srcId="{E832F3FB-D0A1-4086-A085-F35439C56B8E}" destId="{7F94A556-2EF7-45AD-B619-CADB46E8BD57}" srcOrd="3" destOrd="0" parTransId="{1136DEDA-DC6B-4129-87FA-9262245A0B46}" sibTransId="{48884D12-78E9-4A3F-8109-64F7DA08861B}"/>
    <dgm:cxn modelId="{5225A776-8BD6-42D2-BA10-ADCA75678824}" srcId="{E832F3FB-D0A1-4086-A085-F35439C56B8E}" destId="{538875E4-FBFA-45A0-8247-E86DED1A2B0D}" srcOrd="1" destOrd="0" parTransId="{B4F91D69-8BC6-42F3-97F3-D90421FA6A6E}" sibTransId="{D85C3E1C-0C88-422E-8F7F-8C7326E2B7D0}"/>
    <dgm:cxn modelId="{B25D92A3-9E50-45A7-ABFF-4CD105DB7289}" type="presOf" srcId="{538875E4-FBFA-45A0-8247-E86DED1A2B0D}" destId="{6193845D-0B34-4545-BB23-B9BF654FCED6}" srcOrd="0" destOrd="0" presId="urn:microsoft.com/office/officeart/2005/8/layout/hProcess9"/>
    <dgm:cxn modelId="{9AA9CCB6-472E-41CE-8F5A-DD8ED07F3201}" type="presOf" srcId="{E832F3FB-D0A1-4086-A085-F35439C56B8E}" destId="{37977343-3ECA-4B8E-89D2-23545EB5206F}" srcOrd="0" destOrd="0" presId="urn:microsoft.com/office/officeart/2005/8/layout/hProcess9"/>
    <dgm:cxn modelId="{FF5787C2-00D1-43B8-A03A-95D7DF16B7AF}" srcId="{E832F3FB-D0A1-4086-A085-F35439C56B8E}" destId="{18D1FAC8-5C20-4216-ACBA-4D85ECE893A1}" srcOrd="0" destOrd="0" parTransId="{31C8F8E1-2A26-442F-9265-B05954C386FD}" sibTransId="{A5E7442C-B6B0-4011-8FAB-740E7C929940}"/>
    <dgm:cxn modelId="{7F27B0DE-8F5E-44BE-B2BC-D585EC53BF0A}" type="presOf" srcId="{18D1FAC8-5C20-4216-ACBA-4D85ECE893A1}" destId="{4CF2CD8A-7AFF-45C7-8B18-341A71054962}" srcOrd="0" destOrd="0" presId="urn:microsoft.com/office/officeart/2005/8/layout/hProcess9"/>
    <dgm:cxn modelId="{712805F4-2588-4B01-B3D8-FAFE45848D60}" type="presOf" srcId="{C33D15F2-1A61-4241-93C3-6A74C4C595EE}" destId="{5B9F4134-A001-4F3B-8908-0D2449372B87}" srcOrd="0" destOrd="0" presId="urn:microsoft.com/office/officeart/2005/8/layout/hProcess9"/>
    <dgm:cxn modelId="{8126A7FD-8E30-4391-ADB3-A01D368277F3}" type="presOf" srcId="{7F94A556-2EF7-45AD-B619-CADB46E8BD57}" destId="{477DD140-71DA-4780-9535-7AEE9E107F22}" srcOrd="0" destOrd="0" presId="urn:microsoft.com/office/officeart/2005/8/layout/hProcess9"/>
    <dgm:cxn modelId="{6C5F37DD-6F8F-40FD-B684-83ECF2B9D0F9}" type="presParOf" srcId="{37977343-3ECA-4B8E-89D2-23545EB5206F}" destId="{D2797973-DF12-4606-BB68-3F36037F9C45}" srcOrd="0" destOrd="0" presId="urn:microsoft.com/office/officeart/2005/8/layout/hProcess9"/>
    <dgm:cxn modelId="{9A78D1E9-9E95-4246-BDB0-95ACB45799C8}" type="presParOf" srcId="{37977343-3ECA-4B8E-89D2-23545EB5206F}" destId="{DE14D01F-DEE2-475E-892B-48195035F3C4}" srcOrd="1" destOrd="0" presId="urn:microsoft.com/office/officeart/2005/8/layout/hProcess9"/>
    <dgm:cxn modelId="{B8CF10F7-398D-49C9-9D27-40DC8C625140}" type="presParOf" srcId="{DE14D01F-DEE2-475E-892B-48195035F3C4}" destId="{4CF2CD8A-7AFF-45C7-8B18-341A71054962}" srcOrd="0" destOrd="0" presId="urn:microsoft.com/office/officeart/2005/8/layout/hProcess9"/>
    <dgm:cxn modelId="{22B2D179-03CD-42A1-A9B0-6BB124B95B50}" type="presParOf" srcId="{DE14D01F-DEE2-475E-892B-48195035F3C4}" destId="{685C07F0-30A4-46CD-A0FF-6D68E3C61B6E}" srcOrd="1" destOrd="0" presId="urn:microsoft.com/office/officeart/2005/8/layout/hProcess9"/>
    <dgm:cxn modelId="{78C8E4F6-7F0A-41EE-809F-D1E218719571}" type="presParOf" srcId="{DE14D01F-DEE2-475E-892B-48195035F3C4}" destId="{6193845D-0B34-4545-BB23-B9BF654FCED6}" srcOrd="2" destOrd="0" presId="urn:microsoft.com/office/officeart/2005/8/layout/hProcess9"/>
    <dgm:cxn modelId="{9EBD7DF5-BE9D-485B-8348-0671224FE4DC}" type="presParOf" srcId="{DE14D01F-DEE2-475E-892B-48195035F3C4}" destId="{6FBD04FE-E894-4E49-A307-F64C0706AB4F}" srcOrd="3" destOrd="0" presId="urn:microsoft.com/office/officeart/2005/8/layout/hProcess9"/>
    <dgm:cxn modelId="{2024134C-6FF3-410E-92CB-18B03BB4689C}" type="presParOf" srcId="{DE14D01F-DEE2-475E-892B-48195035F3C4}" destId="{5B9F4134-A001-4F3B-8908-0D2449372B87}" srcOrd="4" destOrd="0" presId="urn:microsoft.com/office/officeart/2005/8/layout/hProcess9"/>
    <dgm:cxn modelId="{0096EC7A-3942-4C65-A109-F1872999CB35}" type="presParOf" srcId="{DE14D01F-DEE2-475E-892B-48195035F3C4}" destId="{5AB90C0F-0CE9-41F9-9C3A-DF6A5DB01CCD}" srcOrd="5" destOrd="0" presId="urn:microsoft.com/office/officeart/2005/8/layout/hProcess9"/>
    <dgm:cxn modelId="{9473CDE9-B428-48CC-A9AA-B5AE903B4A8D}" type="presParOf" srcId="{DE14D01F-DEE2-475E-892B-48195035F3C4}" destId="{477DD140-71DA-4780-9535-7AEE9E107F22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252046B-CEA5-478C-B30D-A01BA2180645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A25DE56-68B0-46A1-B03D-1B77BB40E4D5}">
      <dgm:prSet/>
      <dgm:spPr/>
      <dgm:t>
        <a:bodyPr/>
        <a:lstStyle/>
        <a:p>
          <a:r>
            <a:rPr lang="en-US"/>
            <a:t>Flask blocks cell execution in Colab</a:t>
          </a:r>
        </a:p>
      </dgm:t>
    </dgm:pt>
    <dgm:pt modelId="{5A34C439-1E2C-4838-A408-41838832D0E7}" type="parTrans" cxnId="{9685A83D-857C-4336-81CD-2AEE0DC9B39D}">
      <dgm:prSet/>
      <dgm:spPr/>
      <dgm:t>
        <a:bodyPr/>
        <a:lstStyle/>
        <a:p>
          <a:endParaRPr lang="en-US"/>
        </a:p>
      </dgm:t>
    </dgm:pt>
    <dgm:pt modelId="{D219B744-D0EF-4491-B605-7775AA7FC01D}" type="sibTrans" cxnId="{9685A83D-857C-4336-81CD-2AEE0DC9B39D}">
      <dgm:prSet/>
      <dgm:spPr/>
      <dgm:t>
        <a:bodyPr/>
        <a:lstStyle/>
        <a:p>
          <a:endParaRPr lang="en-US"/>
        </a:p>
      </dgm:t>
    </dgm:pt>
    <dgm:pt modelId="{6E852FDB-B967-4322-837B-3C009D086CAD}">
      <dgm:prSet/>
      <dgm:spPr/>
      <dgm:t>
        <a:bodyPr/>
        <a:lstStyle/>
        <a:p>
          <a:r>
            <a:rPr lang="en-US"/>
            <a:t>Prevents running additional code afterwards</a:t>
          </a:r>
        </a:p>
      </dgm:t>
    </dgm:pt>
    <dgm:pt modelId="{30885C5A-D098-42B2-BA70-E82F92A775CD}" type="parTrans" cxnId="{2EBE7221-59D6-4E75-802D-B33EB62CE632}">
      <dgm:prSet/>
      <dgm:spPr/>
      <dgm:t>
        <a:bodyPr/>
        <a:lstStyle/>
        <a:p>
          <a:endParaRPr lang="en-US"/>
        </a:p>
      </dgm:t>
    </dgm:pt>
    <dgm:pt modelId="{73CCD354-944B-47C3-8AE2-E26F29E575D8}" type="sibTrans" cxnId="{2EBE7221-59D6-4E75-802D-B33EB62CE632}">
      <dgm:prSet/>
      <dgm:spPr/>
      <dgm:t>
        <a:bodyPr/>
        <a:lstStyle/>
        <a:p>
          <a:endParaRPr lang="en-US"/>
        </a:p>
      </dgm:t>
    </dgm:pt>
    <dgm:pt modelId="{781F97D5-E600-4226-9B95-8126A69B07EA}">
      <dgm:prSet/>
      <dgm:spPr/>
      <dgm:t>
        <a:bodyPr/>
        <a:lstStyle/>
        <a:p>
          <a:r>
            <a:rPr lang="en-US"/>
            <a:t>FastAPI + Uvicorn supports async and background threads</a:t>
          </a:r>
        </a:p>
      </dgm:t>
    </dgm:pt>
    <dgm:pt modelId="{7BA35EE0-AA79-4126-BA88-DEA5F13BB7EF}" type="parTrans" cxnId="{E6E4CA6C-E7F5-4F3C-81A4-131A1153AC82}">
      <dgm:prSet/>
      <dgm:spPr/>
      <dgm:t>
        <a:bodyPr/>
        <a:lstStyle/>
        <a:p>
          <a:endParaRPr lang="en-US"/>
        </a:p>
      </dgm:t>
    </dgm:pt>
    <dgm:pt modelId="{03363D32-F52C-4133-A7B3-671DCBEA07BE}" type="sibTrans" cxnId="{E6E4CA6C-E7F5-4F3C-81A4-131A1153AC82}">
      <dgm:prSet/>
      <dgm:spPr/>
      <dgm:t>
        <a:bodyPr/>
        <a:lstStyle/>
        <a:p>
          <a:endParaRPr lang="en-US"/>
        </a:p>
      </dgm:t>
    </dgm:pt>
    <dgm:pt modelId="{EB085578-FCA2-4BA8-99B2-38D938FF8745}">
      <dgm:prSet/>
      <dgm:spPr/>
      <dgm:t>
        <a:bodyPr/>
        <a:lstStyle/>
        <a:p>
          <a:r>
            <a:rPr lang="en-US"/>
            <a:t>Final solution required non-blocking behavior</a:t>
          </a:r>
        </a:p>
      </dgm:t>
    </dgm:pt>
    <dgm:pt modelId="{48FF5C40-DD2F-4A5F-BF90-9A2C95D069EB}" type="parTrans" cxnId="{BAF2AFF8-147E-4CE1-AD80-B422000012AF}">
      <dgm:prSet/>
      <dgm:spPr/>
      <dgm:t>
        <a:bodyPr/>
        <a:lstStyle/>
        <a:p>
          <a:endParaRPr lang="en-US"/>
        </a:p>
      </dgm:t>
    </dgm:pt>
    <dgm:pt modelId="{D1FC8422-CF0D-46BD-BA46-E7BA64DB45F9}" type="sibTrans" cxnId="{BAF2AFF8-147E-4CE1-AD80-B422000012AF}">
      <dgm:prSet/>
      <dgm:spPr/>
      <dgm:t>
        <a:bodyPr/>
        <a:lstStyle/>
        <a:p>
          <a:endParaRPr lang="en-US"/>
        </a:p>
      </dgm:t>
    </dgm:pt>
    <dgm:pt modelId="{BD77263F-39C7-4733-9EFD-AC0F47E92BF0}" type="pres">
      <dgm:prSet presAssocID="{2252046B-CEA5-478C-B30D-A01BA2180645}" presName="Name0" presStyleCnt="0">
        <dgm:presLayoutVars>
          <dgm:dir/>
          <dgm:animLvl val="lvl"/>
          <dgm:resizeHandles val="exact"/>
        </dgm:presLayoutVars>
      </dgm:prSet>
      <dgm:spPr/>
    </dgm:pt>
    <dgm:pt modelId="{571FCA5B-F259-4968-80E5-26B5DA5F37D2}" type="pres">
      <dgm:prSet presAssocID="{0A25DE56-68B0-46A1-B03D-1B77BB40E4D5}" presName="linNode" presStyleCnt="0"/>
      <dgm:spPr/>
    </dgm:pt>
    <dgm:pt modelId="{D5B56059-0B7B-481B-BC82-FA12922C58C9}" type="pres">
      <dgm:prSet presAssocID="{0A25DE56-68B0-46A1-B03D-1B77BB40E4D5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BF63746E-0C51-4AE6-B3E0-3AE475B15C5F}" type="pres">
      <dgm:prSet presAssocID="{D219B744-D0EF-4491-B605-7775AA7FC01D}" presName="sp" presStyleCnt="0"/>
      <dgm:spPr/>
    </dgm:pt>
    <dgm:pt modelId="{2A223F04-A480-4667-BF40-31F644AF34CE}" type="pres">
      <dgm:prSet presAssocID="{6E852FDB-B967-4322-837B-3C009D086CAD}" presName="linNode" presStyleCnt="0"/>
      <dgm:spPr/>
    </dgm:pt>
    <dgm:pt modelId="{C9804594-81DB-4552-B8F8-A94906E84778}" type="pres">
      <dgm:prSet presAssocID="{6E852FDB-B967-4322-837B-3C009D086CA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9F91783-9311-4777-B4B1-3ABD34D15177}" type="pres">
      <dgm:prSet presAssocID="{73CCD354-944B-47C3-8AE2-E26F29E575D8}" presName="sp" presStyleCnt="0"/>
      <dgm:spPr/>
    </dgm:pt>
    <dgm:pt modelId="{558A1C0A-B1FB-4D6C-A7B4-C08F9C5C7008}" type="pres">
      <dgm:prSet presAssocID="{781F97D5-E600-4226-9B95-8126A69B07EA}" presName="linNode" presStyleCnt="0"/>
      <dgm:spPr/>
    </dgm:pt>
    <dgm:pt modelId="{CD8C69CB-F13F-43E1-8266-614940B5B5A6}" type="pres">
      <dgm:prSet presAssocID="{781F97D5-E600-4226-9B95-8126A69B07EA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630D8D56-AC2F-4E18-8CC4-C02069854450}" type="pres">
      <dgm:prSet presAssocID="{03363D32-F52C-4133-A7B3-671DCBEA07BE}" presName="sp" presStyleCnt="0"/>
      <dgm:spPr/>
    </dgm:pt>
    <dgm:pt modelId="{2E504FBF-07F4-4C61-B989-4E01714DFD6A}" type="pres">
      <dgm:prSet presAssocID="{EB085578-FCA2-4BA8-99B2-38D938FF8745}" presName="linNode" presStyleCnt="0"/>
      <dgm:spPr/>
    </dgm:pt>
    <dgm:pt modelId="{21E545A9-6E38-4747-80B5-84AAB0786E66}" type="pres">
      <dgm:prSet presAssocID="{EB085578-FCA2-4BA8-99B2-38D938FF8745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FEF34509-429F-4FB8-97D6-256E3DBC311A}" type="presOf" srcId="{2252046B-CEA5-478C-B30D-A01BA2180645}" destId="{BD77263F-39C7-4733-9EFD-AC0F47E92BF0}" srcOrd="0" destOrd="0" presId="urn:microsoft.com/office/officeart/2005/8/layout/vList5"/>
    <dgm:cxn modelId="{7B44B611-5709-437F-925D-6B1EAF2C624E}" type="presOf" srcId="{6E852FDB-B967-4322-837B-3C009D086CAD}" destId="{C9804594-81DB-4552-B8F8-A94906E84778}" srcOrd="0" destOrd="0" presId="urn:microsoft.com/office/officeart/2005/8/layout/vList5"/>
    <dgm:cxn modelId="{2EBE7221-59D6-4E75-802D-B33EB62CE632}" srcId="{2252046B-CEA5-478C-B30D-A01BA2180645}" destId="{6E852FDB-B967-4322-837B-3C009D086CAD}" srcOrd="1" destOrd="0" parTransId="{30885C5A-D098-42B2-BA70-E82F92A775CD}" sibTransId="{73CCD354-944B-47C3-8AE2-E26F29E575D8}"/>
    <dgm:cxn modelId="{2028472B-D909-4CDA-9512-0FD23C6B9DD4}" type="presOf" srcId="{0A25DE56-68B0-46A1-B03D-1B77BB40E4D5}" destId="{D5B56059-0B7B-481B-BC82-FA12922C58C9}" srcOrd="0" destOrd="0" presId="urn:microsoft.com/office/officeart/2005/8/layout/vList5"/>
    <dgm:cxn modelId="{5834D62C-EB9B-4C8A-8EF6-0AE64C3BD70F}" type="presOf" srcId="{EB085578-FCA2-4BA8-99B2-38D938FF8745}" destId="{21E545A9-6E38-4747-80B5-84AAB0786E66}" srcOrd="0" destOrd="0" presId="urn:microsoft.com/office/officeart/2005/8/layout/vList5"/>
    <dgm:cxn modelId="{9685A83D-857C-4336-81CD-2AEE0DC9B39D}" srcId="{2252046B-CEA5-478C-B30D-A01BA2180645}" destId="{0A25DE56-68B0-46A1-B03D-1B77BB40E4D5}" srcOrd="0" destOrd="0" parTransId="{5A34C439-1E2C-4838-A408-41838832D0E7}" sibTransId="{D219B744-D0EF-4491-B605-7775AA7FC01D}"/>
    <dgm:cxn modelId="{E6E4CA6C-E7F5-4F3C-81A4-131A1153AC82}" srcId="{2252046B-CEA5-478C-B30D-A01BA2180645}" destId="{781F97D5-E600-4226-9B95-8126A69B07EA}" srcOrd="2" destOrd="0" parTransId="{7BA35EE0-AA79-4126-BA88-DEA5F13BB7EF}" sibTransId="{03363D32-F52C-4133-A7B3-671DCBEA07BE}"/>
    <dgm:cxn modelId="{4894D8A2-895E-47CB-AA7B-499483863808}" type="presOf" srcId="{781F97D5-E600-4226-9B95-8126A69B07EA}" destId="{CD8C69CB-F13F-43E1-8266-614940B5B5A6}" srcOrd="0" destOrd="0" presId="urn:microsoft.com/office/officeart/2005/8/layout/vList5"/>
    <dgm:cxn modelId="{BAF2AFF8-147E-4CE1-AD80-B422000012AF}" srcId="{2252046B-CEA5-478C-B30D-A01BA2180645}" destId="{EB085578-FCA2-4BA8-99B2-38D938FF8745}" srcOrd="3" destOrd="0" parTransId="{48FF5C40-DD2F-4A5F-BF90-9A2C95D069EB}" sibTransId="{D1FC8422-CF0D-46BD-BA46-E7BA64DB45F9}"/>
    <dgm:cxn modelId="{8AAA7EE6-099A-46D1-9932-78E4AC17E0EE}" type="presParOf" srcId="{BD77263F-39C7-4733-9EFD-AC0F47E92BF0}" destId="{571FCA5B-F259-4968-80E5-26B5DA5F37D2}" srcOrd="0" destOrd="0" presId="urn:microsoft.com/office/officeart/2005/8/layout/vList5"/>
    <dgm:cxn modelId="{A5E2D39E-F30A-4CF0-A1DC-ACA637185D1C}" type="presParOf" srcId="{571FCA5B-F259-4968-80E5-26B5DA5F37D2}" destId="{D5B56059-0B7B-481B-BC82-FA12922C58C9}" srcOrd="0" destOrd="0" presId="urn:microsoft.com/office/officeart/2005/8/layout/vList5"/>
    <dgm:cxn modelId="{394CA8A2-CE52-4B01-B3A2-7D32F1FFED44}" type="presParOf" srcId="{BD77263F-39C7-4733-9EFD-AC0F47E92BF0}" destId="{BF63746E-0C51-4AE6-B3E0-3AE475B15C5F}" srcOrd="1" destOrd="0" presId="urn:microsoft.com/office/officeart/2005/8/layout/vList5"/>
    <dgm:cxn modelId="{016146D0-6677-43AD-B893-F72DD95831FA}" type="presParOf" srcId="{BD77263F-39C7-4733-9EFD-AC0F47E92BF0}" destId="{2A223F04-A480-4667-BF40-31F644AF34CE}" srcOrd="2" destOrd="0" presId="urn:microsoft.com/office/officeart/2005/8/layout/vList5"/>
    <dgm:cxn modelId="{1BB4EFB6-8FE4-48CC-A06E-8CD97DC7DFEC}" type="presParOf" srcId="{2A223F04-A480-4667-BF40-31F644AF34CE}" destId="{C9804594-81DB-4552-B8F8-A94906E84778}" srcOrd="0" destOrd="0" presId="urn:microsoft.com/office/officeart/2005/8/layout/vList5"/>
    <dgm:cxn modelId="{44F60726-259B-49BE-83B8-48EC947FDC99}" type="presParOf" srcId="{BD77263F-39C7-4733-9EFD-AC0F47E92BF0}" destId="{39F91783-9311-4777-B4B1-3ABD34D15177}" srcOrd="3" destOrd="0" presId="urn:microsoft.com/office/officeart/2005/8/layout/vList5"/>
    <dgm:cxn modelId="{B02BA945-04CD-4F9E-9956-A17953887317}" type="presParOf" srcId="{BD77263F-39C7-4733-9EFD-AC0F47E92BF0}" destId="{558A1C0A-B1FB-4D6C-A7B4-C08F9C5C7008}" srcOrd="4" destOrd="0" presId="urn:microsoft.com/office/officeart/2005/8/layout/vList5"/>
    <dgm:cxn modelId="{1C1CBE93-F56D-4430-9B23-682FFC1F53AE}" type="presParOf" srcId="{558A1C0A-B1FB-4D6C-A7B4-C08F9C5C7008}" destId="{CD8C69CB-F13F-43E1-8266-614940B5B5A6}" srcOrd="0" destOrd="0" presId="urn:microsoft.com/office/officeart/2005/8/layout/vList5"/>
    <dgm:cxn modelId="{5A923BB1-A91B-4F11-B882-81FA6C1C15A3}" type="presParOf" srcId="{BD77263F-39C7-4733-9EFD-AC0F47E92BF0}" destId="{630D8D56-AC2F-4E18-8CC4-C02069854450}" srcOrd="5" destOrd="0" presId="urn:microsoft.com/office/officeart/2005/8/layout/vList5"/>
    <dgm:cxn modelId="{87DC3375-E8DF-43B3-96E6-A8C8578B23D2}" type="presParOf" srcId="{BD77263F-39C7-4733-9EFD-AC0F47E92BF0}" destId="{2E504FBF-07F4-4C61-B989-4E01714DFD6A}" srcOrd="6" destOrd="0" presId="urn:microsoft.com/office/officeart/2005/8/layout/vList5"/>
    <dgm:cxn modelId="{31AB22A6-E590-4DCE-9FA4-590AE26438E6}" type="presParOf" srcId="{2E504FBF-07F4-4C61-B989-4E01714DFD6A}" destId="{21E545A9-6E38-4747-80B5-84AAB0786E6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F976052-A86A-4E81-9ACA-4A3281AE0125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C506A93-5AEB-4D6A-BB0C-7CB4964A6E2B}">
      <dgm:prSet/>
      <dgm:spPr/>
      <dgm:t>
        <a:bodyPr/>
        <a:lstStyle/>
        <a:p>
          <a:pPr>
            <a:buNone/>
          </a:pPr>
          <a:r>
            <a:rPr lang="en-US" b="0" i="0" dirty="0"/>
            <a:t>INFO: 127.0.0.1:37054 - "POST /ask HTTP/1.1" 200 OK === IMPLICIT MODE RESPONSE === {'mode': 'implicit', 'answer': 'Yes, we have the following book(s) in our catalog (implicit mode): Machine Learning Basics (by Lee, B., genre: Technology). I cannot show detailed inventory in this mode.', '</a:t>
          </a:r>
          <a:r>
            <a:rPr lang="en-US" b="0" i="0" dirty="0" err="1"/>
            <a:t>used_private_data</a:t>
          </a:r>
          <a:r>
            <a:rPr lang="en-US" b="0" i="0" dirty="0"/>
            <a:t>': False, '</a:t>
          </a:r>
          <a:r>
            <a:rPr lang="en-US" b="0" i="0" dirty="0" err="1"/>
            <a:t>matched_books</a:t>
          </a:r>
          <a:r>
            <a:rPr lang="en-US" b="0" i="0" dirty="0"/>
            <a:t>': [{'id': 2, 'title': 'Machine Learning Basics', 'author': 'Lee, B.', 'genre': 'Technology', '</a:t>
          </a:r>
          <a:r>
            <a:rPr lang="en-US" b="0" i="0" dirty="0" err="1"/>
            <a:t>total_copies</a:t>
          </a:r>
          <a:r>
            <a:rPr lang="en-US" b="0" i="0" dirty="0"/>
            <a:t>': 3, '</a:t>
          </a:r>
          <a:r>
            <a:rPr lang="en-US" b="0" i="0" dirty="0" err="1"/>
            <a:t>available_copies</a:t>
          </a:r>
          <a:r>
            <a:rPr lang="en-US" b="0" i="0" dirty="0"/>
            <a:t>': 1}]}</a:t>
          </a:r>
          <a:endParaRPr lang="en-US" dirty="0"/>
        </a:p>
      </dgm:t>
    </dgm:pt>
    <dgm:pt modelId="{5C25A9D7-991A-42F5-9113-C42233EB0013}" type="parTrans" cxnId="{1AFCA343-B0F2-4034-BF16-3FE11185EEB7}">
      <dgm:prSet/>
      <dgm:spPr/>
      <dgm:t>
        <a:bodyPr/>
        <a:lstStyle/>
        <a:p>
          <a:endParaRPr lang="en-US"/>
        </a:p>
      </dgm:t>
    </dgm:pt>
    <dgm:pt modelId="{42E95C71-9D58-494A-A85D-872F57E5F228}" type="sibTrans" cxnId="{1AFCA343-B0F2-4034-BF16-3FE11185EEB7}">
      <dgm:prSet/>
      <dgm:spPr/>
      <dgm:t>
        <a:bodyPr/>
        <a:lstStyle/>
        <a:p>
          <a:endParaRPr lang="en-US"/>
        </a:p>
      </dgm:t>
    </dgm:pt>
    <dgm:pt modelId="{1019F41D-ED5C-4E02-AC02-10755F6F4773}" type="pres">
      <dgm:prSet presAssocID="{3F976052-A86A-4E81-9ACA-4A3281AE0125}" presName="Name0" presStyleCnt="0">
        <dgm:presLayoutVars>
          <dgm:dir/>
          <dgm:animLvl val="lvl"/>
          <dgm:resizeHandles val="exact"/>
        </dgm:presLayoutVars>
      </dgm:prSet>
      <dgm:spPr/>
    </dgm:pt>
    <dgm:pt modelId="{5FB5D9A9-37B0-4F9E-BE34-EF3A9B0F0E5C}" type="pres">
      <dgm:prSet presAssocID="{AC506A93-5AEB-4D6A-BB0C-7CB4964A6E2B}" presName="linNode" presStyleCnt="0"/>
      <dgm:spPr/>
    </dgm:pt>
    <dgm:pt modelId="{ADF931C2-7DD1-497D-B546-3D51F8DAD10B}" type="pres">
      <dgm:prSet presAssocID="{AC506A93-5AEB-4D6A-BB0C-7CB4964A6E2B}" presName="parentText" presStyleLbl="node1" presStyleIdx="0" presStyleCnt="1" custScaleX="277778" custScaleY="44162">
        <dgm:presLayoutVars>
          <dgm:chMax val="1"/>
          <dgm:bulletEnabled val="1"/>
        </dgm:presLayoutVars>
      </dgm:prSet>
      <dgm:spPr/>
    </dgm:pt>
  </dgm:ptLst>
  <dgm:cxnLst>
    <dgm:cxn modelId="{4418521E-8767-40B1-B436-9BAF8EDA0C77}" type="presOf" srcId="{AC506A93-5AEB-4D6A-BB0C-7CB4964A6E2B}" destId="{ADF931C2-7DD1-497D-B546-3D51F8DAD10B}" srcOrd="0" destOrd="0" presId="urn:microsoft.com/office/officeart/2005/8/layout/vList5"/>
    <dgm:cxn modelId="{82032062-1535-4C2B-84F7-F0832B6B34FF}" type="presOf" srcId="{3F976052-A86A-4E81-9ACA-4A3281AE0125}" destId="{1019F41D-ED5C-4E02-AC02-10755F6F4773}" srcOrd="0" destOrd="0" presId="urn:microsoft.com/office/officeart/2005/8/layout/vList5"/>
    <dgm:cxn modelId="{1AFCA343-B0F2-4034-BF16-3FE11185EEB7}" srcId="{3F976052-A86A-4E81-9ACA-4A3281AE0125}" destId="{AC506A93-5AEB-4D6A-BB0C-7CB4964A6E2B}" srcOrd="0" destOrd="0" parTransId="{5C25A9D7-991A-42F5-9113-C42233EB0013}" sibTransId="{42E95C71-9D58-494A-A85D-872F57E5F228}"/>
    <dgm:cxn modelId="{39C7A39D-5E46-4A1D-B175-194075D76AAF}" type="presParOf" srcId="{1019F41D-ED5C-4E02-AC02-10755F6F4773}" destId="{5FB5D9A9-37B0-4F9E-BE34-EF3A9B0F0E5C}" srcOrd="0" destOrd="0" presId="urn:microsoft.com/office/officeart/2005/8/layout/vList5"/>
    <dgm:cxn modelId="{A4C3EDA8-51CB-44BD-9F24-8038C9918DC2}" type="presParOf" srcId="{5FB5D9A9-37B0-4F9E-BE34-EF3A9B0F0E5C}" destId="{ADF931C2-7DD1-497D-B546-3D51F8DAD10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679F47C-0304-4A53-AFA0-512D553A826A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4B94065-31FC-436F-93DC-50CDD4BB4092}">
      <dgm:prSet/>
      <dgm:spPr/>
      <dgm:t>
        <a:bodyPr/>
        <a:lstStyle/>
        <a:p>
          <a:r>
            <a:rPr lang="en-US" b="0" i="0" dirty="0"/>
            <a:t>INFO: 127.0.0.1:37060 - "POST /ask HTTP/1.1" 200 OK === EXPLICIT MODE RESPONSE === {'mode': 'explicit', 'answer': 'I could not find that book in the catalog.', '</a:t>
          </a:r>
          <a:r>
            <a:rPr lang="en-US" b="0" i="0" dirty="0" err="1"/>
            <a:t>used_private_data</a:t>
          </a:r>
          <a:r>
            <a:rPr lang="en-US" b="0" i="0" dirty="0"/>
            <a:t>': False, '</a:t>
          </a:r>
          <a:r>
            <a:rPr lang="en-US" b="0" i="0" dirty="0" err="1"/>
            <a:t>matched_books</a:t>
          </a:r>
          <a:r>
            <a:rPr lang="en-US" b="0" i="0" dirty="0"/>
            <a:t>': None}</a:t>
          </a:r>
          <a:endParaRPr lang="en-US" dirty="0"/>
        </a:p>
      </dgm:t>
    </dgm:pt>
    <dgm:pt modelId="{8CB32092-A4D3-4DCE-BD5D-A3EC0A1AD21E}" type="parTrans" cxnId="{0553851E-21BC-4263-A126-582D348F877B}">
      <dgm:prSet/>
      <dgm:spPr/>
      <dgm:t>
        <a:bodyPr/>
        <a:lstStyle/>
        <a:p>
          <a:endParaRPr lang="en-US"/>
        </a:p>
      </dgm:t>
    </dgm:pt>
    <dgm:pt modelId="{33231598-D1D5-4A41-870A-6D82C47788CD}" type="sibTrans" cxnId="{0553851E-21BC-4263-A126-582D348F877B}">
      <dgm:prSet/>
      <dgm:spPr/>
      <dgm:t>
        <a:bodyPr/>
        <a:lstStyle/>
        <a:p>
          <a:endParaRPr lang="en-US"/>
        </a:p>
      </dgm:t>
    </dgm:pt>
    <dgm:pt modelId="{9D390379-871A-41A1-979A-04055F42C401}" type="pres">
      <dgm:prSet presAssocID="{5679F47C-0304-4A53-AFA0-512D553A826A}" presName="Name0" presStyleCnt="0">
        <dgm:presLayoutVars>
          <dgm:dir/>
          <dgm:animLvl val="lvl"/>
          <dgm:resizeHandles val="exact"/>
        </dgm:presLayoutVars>
      </dgm:prSet>
      <dgm:spPr/>
    </dgm:pt>
    <dgm:pt modelId="{499B1037-31A4-44DB-B5E1-313FB26876A3}" type="pres">
      <dgm:prSet presAssocID="{E4B94065-31FC-436F-93DC-50CDD4BB4092}" presName="linNode" presStyleCnt="0"/>
      <dgm:spPr/>
    </dgm:pt>
    <dgm:pt modelId="{437BE0A8-DFA1-4203-902A-9D0D5A5E78B5}" type="pres">
      <dgm:prSet presAssocID="{E4B94065-31FC-436F-93DC-50CDD4BB4092}" presName="parentText" presStyleLbl="node1" presStyleIdx="0" presStyleCnt="1" custScaleX="271023" custScaleY="35909">
        <dgm:presLayoutVars>
          <dgm:chMax val="1"/>
          <dgm:bulletEnabled val="1"/>
        </dgm:presLayoutVars>
      </dgm:prSet>
      <dgm:spPr/>
    </dgm:pt>
  </dgm:ptLst>
  <dgm:cxnLst>
    <dgm:cxn modelId="{0553851E-21BC-4263-A126-582D348F877B}" srcId="{5679F47C-0304-4A53-AFA0-512D553A826A}" destId="{E4B94065-31FC-436F-93DC-50CDD4BB4092}" srcOrd="0" destOrd="0" parTransId="{8CB32092-A4D3-4DCE-BD5D-A3EC0A1AD21E}" sibTransId="{33231598-D1D5-4A41-870A-6D82C47788CD}"/>
    <dgm:cxn modelId="{F85C8B2C-B06B-4675-8166-8AB68A2DDA4E}" type="presOf" srcId="{E4B94065-31FC-436F-93DC-50CDD4BB4092}" destId="{437BE0A8-DFA1-4203-902A-9D0D5A5E78B5}" srcOrd="0" destOrd="0" presId="urn:microsoft.com/office/officeart/2005/8/layout/vList5"/>
    <dgm:cxn modelId="{446E78E6-8F09-4B34-A312-F19C57A4B191}" type="presOf" srcId="{5679F47C-0304-4A53-AFA0-512D553A826A}" destId="{9D390379-871A-41A1-979A-04055F42C401}" srcOrd="0" destOrd="0" presId="urn:microsoft.com/office/officeart/2005/8/layout/vList5"/>
    <dgm:cxn modelId="{36AD28D6-7DFA-4429-ADDA-286DB80DD193}" type="presParOf" srcId="{9D390379-871A-41A1-979A-04055F42C401}" destId="{499B1037-31A4-44DB-B5E1-313FB26876A3}" srcOrd="0" destOrd="0" presId="urn:microsoft.com/office/officeart/2005/8/layout/vList5"/>
    <dgm:cxn modelId="{5EF87FCE-8A00-4CC9-9ACA-E35E59F93F9D}" type="presParOf" srcId="{499B1037-31A4-44DB-B5E1-313FB26876A3}" destId="{437BE0A8-DFA1-4203-902A-9D0D5A5E78B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6D57A53-0459-4F9E-9E94-B56703DBC04A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694C2A4-A0F9-46AB-841A-8F42ACC0CABA}">
      <dgm:prSet/>
      <dgm:spPr/>
      <dgm:t>
        <a:bodyPr/>
        <a:lstStyle/>
        <a:p>
          <a:r>
            <a:rPr lang="en-US" dirty="0"/>
            <a:t>Demonstrates the internal rule structure of AI behavior.</a:t>
          </a:r>
        </a:p>
      </dgm:t>
    </dgm:pt>
    <dgm:pt modelId="{B4A38C2F-EF4C-493A-8FF4-0FA0F2AE8D06}" type="parTrans" cxnId="{97A7EC19-3961-476C-B166-0D26028E1C75}">
      <dgm:prSet/>
      <dgm:spPr/>
      <dgm:t>
        <a:bodyPr/>
        <a:lstStyle/>
        <a:p>
          <a:endParaRPr lang="en-US"/>
        </a:p>
      </dgm:t>
    </dgm:pt>
    <dgm:pt modelId="{FEE09435-09CF-41FE-B59D-AC0EF561A501}" type="sibTrans" cxnId="{97A7EC19-3961-476C-B166-0D26028E1C75}">
      <dgm:prSet/>
      <dgm:spPr/>
      <dgm:t>
        <a:bodyPr/>
        <a:lstStyle/>
        <a:p>
          <a:endParaRPr lang="en-US"/>
        </a:p>
      </dgm:t>
    </dgm:pt>
    <dgm:pt modelId="{A467A6C7-7AE5-4A3D-A06C-08A205FF6D35}" type="pres">
      <dgm:prSet presAssocID="{76D57A53-0459-4F9E-9E94-B56703DBC04A}" presName="linear" presStyleCnt="0">
        <dgm:presLayoutVars>
          <dgm:dir/>
          <dgm:animLvl val="lvl"/>
          <dgm:resizeHandles val="exact"/>
        </dgm:presLayoutVars>
      </dgm:prSet>
      <dgm:spPr/>
    </dgm:pt>
    <dgm:pt modelId="{20B24F0E-AE6A-4067-8B2B-2D081E9E6A9D}" type="pres">
      <dgm:prSet presAssocID="{E694C2A4-A0F9-46AB-841A-8F42ACC0CABA}" presName="parentLin" presStyleCnt="0"/>
      <dgm:spPr/>
    </dgm:pt>
    <dgm:pt modelId="{C24C1B42-688D-4B73-9E41-DBF781F25A14}" type="pres">
      <dgm:prSet presAssocID="{E694C2A4-A0F9-46AB-841A-8F42ACC0CABA}" presName="parentLeftMargin" presStyleLbl="node1" presStyleIdx="0" presStyleCnt="1"/>
      <dgm:spPr/>
    </dgm:pt>
    <dgm:pt modelId="{9A1CA4A3-6C74-40A9-A054-C13A38966BC2}" type="pres">
      <dgm:prSet presAssocID="{E694C2A4-A0F9-46AB-841A-8F42ACC0CABA}" presName="parentText" presStyleLbl="node1" presStyleIdx="0" presStyleCnt="1" custLinFactY="-453531" custLinFactNeighborX="46686" custLinFactNeighborY="-500000">
        <dgm:presLayoutVars>
          <dgm:chMax val="0"/>
          <dgm:bulletEnabled val="1"/>
        </dgm:presLayoutVars>
      </dgm:prSet>
      <dgm:spPr/>
    </dgm:pt>
    <dgm:pt modelId="{41468094-9872-4087-B4CB-A93216A66190}" type="pres">
      <dgm:prSet presAssocID="{E694C2A4-A0F9-46AB-841A-8F42ACC0CABA}" presName="negativeSpace" presStyleCnt="0"/>
      <dgm:spPr/>
    </dgm:pt>
    <dgm:pt modelId="{FA799CFC-F799-4D45-A035-40BA07AF65EF}" type="pres">
      <dgm:prSet presAssocID="{E694C2A4-A0F9-46AB-841A-8F42ACC0CAB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97A7EC19-3961-476C-B166-0D26028E1C75}" srcId="{76D57A53-0459-4F9E-9E94-B56703DBC04A}" destId="{E694C2A4-A0F9-46AB-841A-8F42ACC0CABA}" srcOrd="0" destOrd="0" parTransId="{B4A38C2F-EF4C-493A-8FF4-0FA0F2AE8D06}" sibTransId="{FEE09435-09CF-41FE-B59D-AC0EF561A501}"/>
    <dgm:cxn modelId="{B3957A31-7BC2-4504-80CE-D1F9D49C75F6}" type="presOf" srcId="{E694C2A4-A0F9-46AB-841A-8F42ACC0CABA}" destId="{C24C1B42-688D-4B73-9E41-DBF781F25A14}" srcOrd="0" destOrd="0" presId="urn:microsoft.com/office/officeart/2005/8/layout/list1"/>
    <dgm:cxn modelId="{BDE91F38-C5C2-4901-9E09-3CC078238776}" type="presOf" srcId="{E694C2A4-A0F9-46AB-841A-8F42ACC0CABA}" destId="{9A1CA4A3-6C74-40A9-A054-C13A38966BC2}" srcOrd="1" destOrd="0" presId="urn:microsoft.com/office/officeart/2005/8/layout/list1"/>
    <dgm:cxn modelId="{2BE4F34E-01B6-49FB-A64E-756AB933AEF5}" type="presOf" srcId="{76D57A53-0459-4F9E-9E94-B56703DBC04A}" destId="{A467A6C7-7AE5-4A3D-A06C-08A205FF6D35}" srcOrd="0" destOrd="0" presId="urn:microsoft.com/office/officeart/2005/8/layout/list1"/>
    <dgm:cxn modelId="{E4F035B1-1085-4026-94BB-B4851EE3DD48}" type="presParOf" srcId="{A467A6C7-7AE5-4A3D-A06C-08A205FF6D35}" destId="{20B24F0E-AE6A-4067-8B2B-2D081E9E6A9D}" srcOrd="0" destOrd="0" presId="urn:microsoft.com/office/officeart/2005/8/layout/list1"/>
    <dgm:cxn modelId="{C8260556-9AD1-4480-8775-70708C64EE73}" type="presParOf" srcId="{20B24F0E-AE6A-4067-8B2B-2D081E9E6A9D}" destId="{C24C1B42-688D-4B73-9E41-DBF781F25A14}" srcOrd="0" destOrd="0" presId="urn:microsoft.com/office/officeart/2005/8/layout/list1"/>
    <dgm:cxn modelId="{C1657004-9682-4C49-974A-A8527891FD3D}" type="presParOf" srcId="{20B24F0E-AE6A-4067-8B2B-2D081E9E6A9D}" destId="{9A1CA4A3-6C74-40A9-A054-C13A38966BC2}" srcOrd="1" destOrd="0" presId="urn:microsoft.com/office/officeart/2005/8/layout/list1"/>
    <dgm:cxn modelId="{4C406E38-6269-4929-A281-D2F074683E20}" type="presParOf" srcId="{A467A6C7-7AE5-4A3D-A06C-08A205FF6D35}" destId="{41468094-9872-4087-B4CB-A93216A66190}" srcOrd="1" destOrd="0" presId="urn:microsoft.com/office/officeart/2005/8/layout/list1"/>
    <dgm:cxn modelId="{222747FB-6BED-4391-9127-88DA030DF0D0}" type="presParOf" srcId="{A467A6C7-7AE5-4A3D-A06C-08A205FF6D35}" destId="{FA799CFC-F799-4D45-A035-40BA07AF65E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9518847-2D1A-42D5-8560-777A2B05F788}" type="doc">
      <dgm:prSet loTypeId="urn:microsoft.com/office/officeart/2005/8/layout/vList2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64AAAF8-5C47-4743-A950-073E51A34757}">
      <dgm:prSet/>
      <dgm:spPr/>
      <dgm:t>
        <a:bodyPr/>
        <a:lstStyle/>
        <a:p>
          <a:r>
            <a:rPr lang="en-US" dirty="0"/>
            <a:t>Shows </a:t>
          </a:r>
          <a:r>
            <a:rPr lang="en-US" dirty="0" err="1"/>
            <a:t>FastAPI</a:t>
          </a:r>
          <a:r>
            <a:rPr lang="en-US" dirty="0"/>
            <a:t> server running at 127.0.0.1:8000.</a:t>
          </a:r>
        </a:p>
      </dgm:t>
    </dgm:pt>
    <dgm:pt modelId="{8ED00BFA-FC8A-4489-B2E8-98BFD5F9819F}" type="parTrans" cxnId="{6951899E-CCE5-4C64-B624-861D861000D8}">
      <dgm:prSet/>
      <dgm:spPr/>
      <dgm:t>
        <a:bodyPr/>
        <a:lstStyle/>
        <a:p>
          <a:endParaRPr lang="en-US"/>
        </a:p>
      </dgm:t>
    </dgm:pt>
    <dgm:pt modelId="{48F5E742-AC1E-4E76-837E-4B343B93E12F}" type="sibTrans" cxnId="{6951899E-CCE5-4C64-B624-861D861000D8}">
      <dgm:prSet/>
      <dgm:spPr/>
      <dgm:t>
        <a:bodyPr/>
        <a:lstStyle/>
        <a:p>
          <a:endParaRPr lang="en-US"/>
        </a:p>
      </dgm:t>
    </dgm:pt>
    <dgm:pt modelId="{A7319205-A47E-4DE2-9665-35036D9F6FB1}" type="pres">
      <dgm:prSet presAssocID="{A9518847-2D1A-42D5-8560-777A2B05F788}" presName="linear" presStyleCnt="0">
        <dgm:presLayoutVars>
          <dgm:animLvl val="lvl"/>
          <dgm:resizeHandles val="exact"/>
        </dgm:presLayoutVars>
      </dgm:prSet>
      <dgm:spPr/>
    </dgm:pt>
    <dgm:pt modelId="{D49A8546-6D80-4F61-BC3E-652CCBAC89BD}" type="pres">
      <dgm:prSet presAssocID="{964AAAF8-5C47-4743-A950-073E51A3475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FE9800F-33A9-47C6-A628-8B54A7774A4E}" type="presOf" srcId="{964AAAF8-5C47-4743-A950-073E51A34757}" destId="{D49A8546-6D80-4F61-BC3E-652CCBAC89BD}" srcOrd="0" destOrd="0" presId="urn:microsoft.com/office/officeart/2005/8/layout/vList2"/>
    <dgm:cxn modelId="{8F963583-E2BE-4484-9820-6A4A458EDC2B}" type="presOf" srcId="{A9518847-2D1A-42D5-8560-777A2B05F788}" destId="{A7319205-A47E-4DE2-9665-35036D9F6FB1}" srcOrd="0" destOrd="0" presId="urn:microsoft.com/office/officeart/2005/8/layout/vList2"/>
    <dgm:cxn modelId="{6951899E-CCE5-4C64-B624-861D861000D8}" srcId="{A9518847-2D1A-42D5-8560-777A2B05F788}" destId="{964AAAF8-5C47-4743-A950-073E51A34757}" srcOrd="0" destOrd="0" parTransId="{8ED00BFA-FC8A-4489-B2E8-98BFD5F9819F}" sibTransId="{48F5E742-AC1E-4E76-837E-4B343B93E12F}"/>
    <dgm:cxn modelId="{154071D1-9762-4DD6-82D5-2E9C8E05EE6F}" type="presParOf" srcId="{A7319205-A47E-4DE2-9665-35036D9F6FB1}" destId="{D49A8546-6D80-4F61-BC3E-652CCBAC89B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5BE2417-3B85-4138-8A61-4D5339C8793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209EDE3-C718-4C81-ADD9-5DC4A20F6957}">
      <dgm:prSet/>
      <dgm:spPr/>
      <dgm:t>
        <a:bodyPr/>
        <a:lstStyle/>
        <a:p>
          <a:r>
            <a:rPr lang="en-US"/>
            <a:t>HTTP requests sent via Python:</a:t>
          </a:r>
        </a:p>
      </dgm:t>
    </dgm:pt>
    <dgm:pt modelId="{01757E15-A48A-468B-BC10-4843CB48ECFD}" type="parTrans" cxnId="{A33CB56A-D0C5-4ACE-B1A6-A3C7C1096A64}">
      <dgm:prSet/>
      <dgm:spPr/>
      <dgm:t>
        <a:bodyPr/>
        <a:lstStyle/>
        <a:p>
          <a:endParaRPr lang="en-US"/>
        </a:p>
      </dgm:t>
    </dgm:pt>
    <dgm:pt modelId="{66DC4323-E20D-461E-B8E2-C2BBA9D24EE2}" type="sibTrans" cxnId="{A33CB56A-D0C5-4ACE-B1A6-A3C7C1096A64}">
      <dgm:prSet/>
      <dgm:spPr/>
      <dgm:t>
        <a:bodyPr/>
        <a:lstStyle/>
        <a:p>
          <a:endParaRPr lang="en-US"/>
        </a:p>
      </dgm:t>
    </dgm:pt>
    <dgm:pt modelId="{D53AB129-BCE1-4351-B20C-59AAA824DBC0}">
      <dgm:prSet/>
      <dgm:spPr/>
      <dgm:t>
        <a:bodyPr/>
        <a:lstStyle/>
        <a:p>
          <a:r>
            <a:rPr lang="en-US"/>
            <a:t>• POST /ask (implicit mode)</a:t>
          </a:r>
        </a:p>
      </dgm:t>
    </dgm:pt>
    <dgm:pt modelId="{64A4722D-B3A3-4202-98C2-828A7BCC3290}" type="parTrans" cxnId="{27769115-4D4A-462F-A1DB-782A81E42739}">
      <dgm:prSet/>
      <dgm:spPr/>
      <dgm:t>
        <a:bodyPr/>
        <a:lstStyle/>
        <a:p>
          <a:endParaRPr lang="en-US"/>
        </a:p>
      </dgm:t>
    </dgm:pt>
    <dgm:pt modelId="{F95869C8-B97D-4716-A9DD-D8780321B942}" type="sibTrans" cxnId="{27769115-4D4A-462F-A1DB-782A81E42739}">
      <dgm:prSet/>
      <dgm:spPr/>
      <dgm:t>
        <a:bodyPr/>
        <a:lstStyle/>
        <a:p>
          <a:endParaRPr lang="en-US"/>
        </a:p>
      </dgm:t>
    </dgm:pt>
    <dgm:pt modelId="{A016DDC7-9DC4-4D12-B596-7EB7096B306E}">
      <dgm:prSet/>
      <dgm:spPr/>
      <dgm:t>
        <a:bodyPr/>
        <a:lstStyle/>
        <a:p>
          <a:r>
            <a:rPr lang="en-US"/>
            <a:t>• POST /ask (explicit mode)</a:t>
          </a:r>
        </a:p>
      </dgm:t>
    </dgm:pt>
    <dgm:pt modelId="{D113422D-4414-4861-A0CC-3E4058834916}" type="parTrans" cxnId="{EAEB9C1C-54B4-4848-967A-27872DEB3840}">
      <dgm:prSet/>
      <dgm:spPr/>
      <dgm:t>
        <a:bodyPr/>
        <a:lstStyle/>
        <a:p>
          <a:endParaRPr lang="en-US"/>
        </a:p>
      </dgm:t>
    </dgm:pt>
    <dgm:pt modelId="{CF5C7B69-72B6-45C8-9758-3A2D547EFC3B}" type="sibTrans" cxnId="{EAEB9C1C-54B4-4848-967A-27872DEB3840}">
      <dgm:prSet/>
      <dgm:spPr/>
      <dgm:t>
        <a:bodyPr/>
        <a:lstStyle/>
        <a:p>
          <a:endParaRPr lang="en-US"/>
        </a:p>
      </dgm:t>
    </dgm:pt>
    <dgm:pt modelId="{07208294-5010-4BEC-9D0F-5EBD41B51D17}">
      <dgm:prSet/>
      <dgm:spPr/>
      <dgm:t>
        <a:bodyPr/>
        <a:lstStyle/>
        <a:p>
          <a:r>
            <a:rPr lang="en-US"/>
            <a:t>• GET /prompts</a:t>
          </a:r>
        </a:p>
      </dgm:t>
    </dgm:pt>
    <dgm:pt modelId="{3D9CA580-3150-4F8D-BF4C-6BC7FC27C076}" type="parTrans" cxnId="{4EE51007-C655-4556-933E-8035725C79E8}">
      <dgm:prSet/>
      <dgm:spPr/>
      <dgm:t>
        <a:bodyPr/>
        <a:lstStyle/>
        <a:p>
          <a:endParaRPr lang="en-US"/>
        </a:p>
      </dgm:t>
    </dgm:pt>
    <dgm:pt modelId="{95AE3A5F-9FFB-43A9-A463-20CB5F39F44F}" type="sibTrans" cxnId="{4EE51007-C655-4556-933E-8035725C79E8}">
      <dgm:prSet/>
      <dgm:spPr/>
      <dgm:t>
        <a:bodyPr/>
        <a:lstStyle/>
        <a:p>
          <a:endParaRPr lang="en-US"/>
        </a:p>
      </dgm:t>
    </dgm:pt>
    <dgm:pt modelId="{3D93136B-4224-4D4E-A5F6-05B1345D482D}">
      <dgm:prSet/>
      <dgm:spPr/>
      <dgm:t>
        <a:bodyPr/>
        <a:lstStyle/>
        <a:p>
          <a:r>
            <a:rPr lang="en-US"/>
            <a:t>All returned 200 OK – backend fully functional.</a:t>
          </a:r>
        </a:p>
      </dgm:t>
    </dgm:pt>
    <dgm:pt modelId="{296B35DB-5610-4E19-99FA-499379BDC68A}" type="parTrans" cxnId="{2E254537-18EB-4379-ABA5-8F1D1ABEE391}">
      <dgm:prSet/>
      <dgm:spPr/>
      <dgm:t>
        <a:bodyPr/>
        <a:lstStyle/>
        <a:p>
          <a:endParaRPr lang="en-US"/>
        </a:p>
      </dgm:t>
    </dgm:pt>
    <dgm:pt modelId="{950037EA-E61F-4CA7-AA64-D13F6D8389A8}" type="sibTrans" cxnId="{2E254537-18EB-4379-ABA5-8F1D1ABEE391}">
      <dgm:prSet/>
      <dgm:spPr/>
      <dgm:t>
        <a:bodyPr/>
        <a:lstStyle/>
        <a:p>
          <a:endParaRPr lang="en-US"/>
        </a:p>
      </dgm:t>
    </dgm:pt>
    <dgm:pt modelId="{1C28BDA2-1387-4B42-B171-96257DC1142E}" type="pres">
      <dgm:prSet presAssocID="{35BE2417-3B85-4138-8A61-4D5339C87935}" presName="diagram" presStyleCnt="0">
        <dgm:presLayoutVars>
          <dgm:dir/>
          <dgm:resizeHandles val="exact"/>
        </dgm:presLayoutVars>
      </dgm:prSet>
      <dgm:spPr/>
    </dgm:pt>
    <dgm:pt modelId="{A2C7A5F9-3552-4A69-9E21-BC58BA57F51A}" type="pres">
      <dgm:prSet presAssocID="{5209EDE3-C718-4C81-ADD9-5DC4A20F6957}" presName="node" presStyleLbl="node1" presStyleIdx="0" presStyleCnt="5">
        <dgm:presLayoutVars>
          <dgm:bulletEnabled val="1"/>
        </dgm:presLayoutVars>
      </dgm:prSet>
      <dgm:spPr/>
    </dgm:pt>
    <dgm:pt modelId="{6A6465B2-A7D5-4FB0-8488-5BE64A93C7D9}" type="pres">
      <dgm:prSet presAssocID="{66DC4323-E20D-461E-B8E2-C2BBA9D24EE2}" presName="sibTrans" presStyleCnt="0"/>
      <dgm:spPr/>
    </dgm:pt>
    <dgm:pt modelId="{3E0E8BF7-8301-4CB1-A6D1-DCB22FDCA638}" type="pres">
      <dgm:prSet presAssocID="{D53AB129-BCE1-4351-B20C-59AAA824DBC0}" presName="node" presStyleLbl="node1" presStyleIdx="1" presStyleCnt="5">
        <dgm:presLayoutVars>
          <dgm:bulletEnabled val="1"/>
        </dgm:presLayoutVars>
      </dgm:prSet>
      <dgm:spPr/>
    </dgm:pt>
    <dgm:pt modelId="{1745D8FD-0AE7-4AA4-83EF-324C9DC461EB}" type="pres">
      <dgm:prSet presAssocID="{F95869C8-B97D-4716-A9DD-D8780321B942}" presName="sibTrans" presStyleCnt="0"/>
      <dgm:spPr/>
    </dgm:pt>
    <dgm:pt modelId="{58267DA1-B91A-4B0C-B6E1-8C467693C699}" type="pres">
      <dgm:prSet presAssocID="{A016DDC7-9DC4-4D12-B596-7EB7096B306E}" presName="node" presStyleLbl="node1" presStyleIdx="2" presStyleCnt="5">
        <dgm:presLayoutVars>
          <dgm:bulletEnabled val="1"/>
        </dgm:presLayoutVars>
      </dgm:prSet>
      <dgm:spPr/>
    </dgm:pt>
    <dgm:pt modelId="{EEFDE85B-3227-4297-96F9-6EF0DF7437CF}" type="pres">
      <dgm:prSet presAssocID="{CF5C7B69-72B6-45C8-9758-3A2D547EFC3B}" presName="sibTrans" presStyleCnt="0"/>
      <dgm:spPr/>
    </dgm:pt>
    <dgm:pt modelId="{79E27EA0-B633-4C56-89DD-321AAB321231}" type="pres">
      <dgm:prSet presAssocID="{07208294-5010-4BEC-9D0F-5EBD41B51D17}" presName="node" presStyleLbl="node1" presStyleIdx="3" presStyleCnt="5">
        <dgm:presLayoutVars>
          <dgm:bulletEnabled val="1"/>
        </dgm:presLayoutVars>
      </dgm:prSet>
      <dgm:spPr/>
    </dgm:pt>
    <dgm:pt modelId="{4287782C-83DF-4F39-8334-1BDF4288FFF1}" type="pres">
      <dgm:prSet presAssocID="{95AE3A5F-9FFB-43A9-A463-20CB5F39F44F}" presName="sibTrans" presStyleCnt="0"/>
      <dgm:spPr/>
    </dgm:pt>
    <dgm:pt modelId="{D867994E-F613-46DA-97AB-6840EDE78EAD}" type="pres">
      <dgm:prSet presAssocID="{3D93136B-4224-4D4E-A5F6-05B1345D482D}" presName="node" presStyleLbl="node1" presStyleIdx="4" presStyleCnt="5">
        <dgm:presLayoutVars>
          <dgm:bulletEnabled val="1"/>
        </dgm:presLayoutVars>
      </dgm:prSet>
      <dgm:spPr/>
    </dgm:pt>
  </dgm:ptLst>
  <dgm:cxnLst>
    <dgm:cxn modelId="{50A13B02-D8D3-4E26-90EB-4341D3E5739B}" type="presOf" srcId="{07208294-5010-4BEC-9D0F-5EBD41B51D17}" destId="{79E27EA0-B633-4C56-89DD-321AAB321231}" srcOrd="0" destOrd="0" presId="urn:microsoft.com/office/officeart/2005/8/layout/default"/>
    <dgm:cxn modelId="{4EE51007-C655-4556-933E-8035725C79E8}" srcId="{35BE2417-3B85-4138-8A61-4D5339C87935}" destId="{07208294-5010-4BEC-9D0F-5EBD41B51D17}" srcOrd="3" destOrd="0" parTransId="{3D9CA580-3150-4F8D-BF4C-6BC7FC27C076}" sibTransId="{95AE3A5F-9FFB-43A9-A463-20CB5F39F44F}"/>
    <dgm:cxn modelId="{36EA6807-4B66-4525-81A8-C29C7D31E6EF}" type="presOf" srcId="{35BE2417-3B85-4138-8A61-4D5339C87935}" destId="{1C28BDA2-1387-4B42-B171-96257DC1142E}" srcOrd="0" destOrd="0" presId="urn:microsoft.com/office/officeart/2005/8/layout/default"/>
    <dgm:cxn modelId="{27769115-4D4A-462F-A1DB-782A81E42739}" srcId="{35BE2417-3B85-4138-8A61-4D5339C87935}" destId="{D53AB129-BCE1-4351-B20C-59AAA824DBC0}" srcOrd="1" destOrd="0" parTransId="{64A4722D-B3A3-4202-98C2-828A7BCC3290}" sibTransId="{F95869C8-B97D-4716-A9DD-D8780321B942}"/>
    <dgm:cxn modelId="{EAEB9C1C-54B4-4848-967A-27872DEB3840}" srcId="{35BE2417-3B85-4138-8A61-4D5339C87935}" destId="{A016DDC7-9DC4-4D12-B596-7EB7096B306E}" srcOrd="2" destOrd="0" parTransId="{D113422D-4414-4861-A0CC-3E4058834916}" sibTransId="{CF5C7B69-72B6-45C8-9758-3A2D547EFC3B}"/>
    <dgm:cxn modelId="{A0E85E27-FFA2-4E51-BA43-FEB53ADEDFEB}" type="presOf" srcId="{D53AB129-BCE1-4351-B20C-59AAA824DBC0}" destId="{3E0E8BF7-8301-4CB1-A6D1-DCB22FDCA638}" srcOrd="0" destOrd="0" presId="urn:microsoft.com/office/officeart/2005/8/layout/default"/>
    <dgm:cxn modelId="{671C1B31-8D6E-4CC0-A706-5318ABB82E10}" type="presOf" srcId="{A016DDC7-9DC4-4D12-B596-7EB7096B306E}" destId="{58267DA1-B91A-4B0C-B6E1-8C467693C699}" srcOrd="0" destOrd="0" presId="urn:microsoft.com/office/officeart/2005/8/layout/default"/>
    <dgm:cxn modelId="{2E254537-18EB-4379-ABA5-8F1D1ABEE391}" srcId="{35BE2417-3B85-4138-8A61-4D5339C87935}" destId="{3D93136B-4224-4D4E-A5F6-05B1345D482D}" srcOrd="4" destOrd="0" parTransId="{296B35DB-5610-4E19-99FA-499379BDC68A}" sibTransId="{950037EA-E61F-4CA7-AA64-D13F6D8389A8}"/>
    <dgm:cxn modelId="{5D6FF262-62F6-4956-8729-BCE3159541B4}" type="presOf" srcId="{5209EDE3-C718-4C81-ADD9-5DC4A20F6957}" destId="{A2C7A5F9-3552-4A69-9E21-BC58BA57F51A}" srcOrd="0" destOrd="0" presId="urn:microsoft.com/office/officeart/2005/8/layout/default"/>
    <dgm:cxn modelId="{A33CB56A-D0C5-4ACE-B1A6-A3C7C1096A64}" srcId="{35BE2417-3B85-4138-8A61-4D5339C87935}" destId="{5209EDE3-C718-4C81-ADD9-5DC4A20F6957}" srcOrd="0" destOrd="0" parTransId="{01757E15-A48A-468B-BC10-4843CB48ECFD}" sibTransId="{66DC4323-E20D-461E-B8E2-C2BBA9D24EE2}"/>
    <dgm:cxn modelId="{A8F373C9-4A43-41DE-8FA0-80776F936C19}" type="presOf" srcId="{3D93136B-4224-4D4E-A5F6-05B1345D482D}" destId="{D867994E-F613-46DA-97AB-6840EDE78EAD}" srcOrd="0" destOrd="0" presId="urn:microsoft.com/office/officeart/2005/8/layout/default"/>
    <dgm:cxn modelId="{5084D076-8C38-4412-A9B1-9E3C78918CD9}" type="presParOf" srcId="{1C28BDA2-1387-4B42-B171-96257DC1142E}" destId="{A2C7A5F9-3552-4A69-9E21-BC58BA57F51A}" srcOrd="0" destOrd="0" presId="urn:microsoft.com/office/officeart/2005/8/layout/default"/>
    <dgm:cxn modelId="{4265BD4E-48F0-409F-9029-C67892ED6E3F}" type="presParOf" srcId="{1C28BDA2-1387-4B42-B171-96257DC1142E}" destId="{6A6465B2-A7D5-4FB0-8488-5BE64A93C7D9}" srcOrd="1" destOrd="0" presId="urn:microsoft.com/office/officeart/2005/8/layout/default"/>
    <dgm:cxn modelId="{1A363F0E-11E3-47B4-B8BA-C618BE9F2553}" type="presParOf" srcId="{1C28BDA2-1387-4B42-B171-96257DC1142E}" destId="{3E0E8BF7-8301-4CB1-A6D1-DCB22FDCA638}" srcOrd="2" destOrd="0" presId="urn:microsoft.com/office/officeart/2005/8/layout/default"/>
    <dgm:cxn modelId="{560E1279-68E0-4908-9E85-BFCC4DC45396}" type="presParOf" srcId="{1C28BDA2-1387-4B42-B171-96257DC1142E}" destId="{1745D8FD-0AE7-4AA4-83EF-324C9DC461EB}" srcOrd="3" destOrd="0" presId="urn:microsoft.com/office/officeart/2005/8/layout/default"/>
    <dgm:cxn modelId="{C776FD14-F85B-4BE8-A09F-8FF245C0B2F2}" type="presParOf" srcId="{1C28BDA2-1387-4B42-B171-96257DC1142E}" destId="{58267DA1-B91A-4B0C-B6E1-8C467693C699}" srcOrd="4" destOrd="0" presId="urn:microsoft.com/office/officeart/2005/8/layout/default"/>
    <dgm:cxn modelId="{84D7CC47-57E4-44FB-B6C9-AC9C7EF3CF07}" type="presParOf" srcId="{1C28BDA2-1387-4B42-B171-96257DC1142E}" destId="{EEFDE85B-3227-4297-96F9-6EF0DF7437CF}" srcOrd="5" destOrd="0" presId="urn:microsoft.com/office/officeart/2005/8/layout/default"/>
    <dgm:cxn modelId="{31C2A473-3932-4443-B38D-E9EC07361B92}" type="presParOf" srcId="{1C28BDA2-1387-4B42-B171-96257DC1142E}" destId="{79E27EA0-B633-4C56-89DD-321AAB321231}" srcOrd="6" destOrd="0" presId="urn:microsoft.com/office/officeart/2005/8/layout/default"/>
    <dgm:cxn modelId="{673C7666-008C-4C67-8645-C736570E1C02}" type="presParOf" srcId="{1C28BDA2-1387-4B42-B171-96257DC1142E}" destId="{4287782C-83DF-4F39-8334-1BDF4288FFF1}" srcOrd="7" destOrd="0" presId="urn:microsoft.com/office/officeart/2005/8/layout/default"/>
    <dgm:cxn modelId="{C7C37A42-C4B5-45B9-BF70-05C54F7913E5}" type="presParOf" srcId="{1C28BDA2-1387-4B42-B171-96257DC1142E}" destId="{D867994E-F613-46DA-97AB-6840EDE78EA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F925BEC-83C9-4B47-B7A1-5E111F7BFF56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8DBCE0-88C2-4E28-8A39-BC4DF7029494}">
      <dgm:prSet/>
      <dgm:spPr/>
      <dgm:t>
        <a:bodyPr/>
        <a:lstStyle/>
        <a:p>
          <a:r>
            <a:rPr lang="en-US"/>
            <a:t>Learned differences between public/private metadata handling</a:t>
          </a:r>
        </a:p>
      </dgm:t>
    </dgm:pt>
    <dgm:pt modelId="{76CA43A9-AEF6-4BC2-AA71-3AC241971D3E}" type="parTrans" cxnId="{2CBD45BF-CC97-4EE0-B2F5-DD34DC6C42FC}">
      <dgm:prSet/>
      <dgm:spPr/>
      <dgm:t>
        <a:bodyPr/>
        <a:lstStyle/>
        <a:p>
          <a:endParaRPr lang="en-US"/>
        </a:p>
      </dgm:t>
    </dgm:pt>
    <dgm:pt modelId="{C70793A9-AFBE-4B38-8D0B-AB7D41A9EB61}" type="sibTrans" cxnId="{2CBD45BF-CC97-4EE0-B2F5-DD34DC6C42FC}">
      <dgm:prSet/>
      <dgm:spPr/>
      <dgm:t>
        <a:bodyPr/>
        <a:lstStyle/>
        <a:p>
          <a:endParaRPr lang="en-US"/>
        </a:p>
      </dgm:t>
    </dgm:pt>
    <dgm:pt modelId="{B5EB4933-F986-4C8C-9959-0320FEE33717}">
      <dgm:prSet/>
      <dgm:spPr/>
      <dgm:t>
        <a:bodyPr/>
        <a:lstStyle/>
        <a:p>
          <a:r>
            <a:rPr lang="en-US"/>
            <a:t>Learned how prompts control AI behavior</a:t>
          </a:r>
        </a:p>
      </dgm:t>
    </dgm:pt>
    <dgm:pt modelId="{84C3AC0B-5B27-4A76-A9E3-8AEACA8AA027}" type="parTrans" cxnId="{0B9874B2-7937-4922-BA44-D6DB967F3611}">
      <dgm:prSet/>
      <dgm:spPr/>
      <dgm:t>
        <a:bodyPr/>
        <a:lstStyle/>
        <a:p>
          <a:endParaRPr lang="en-US"/>
        </a:p>
      </dgm:t>
    </dgm:pt>
    <dgm:pt modelId="{C720EFFC-93EA-4761-A843-1BC14541A614}" type="sibTrans" cxnId="{0B9874B2-7937-4922-BA44-D6DB967F3611}">
      <dgm:prSet/>
      <dgm:spPr/>
      <dgm:t>
        <a:bodyPr/>
        <a:lstStyle/>
        <a:p>
          <a:endParaRPr lang="en-US"/>
        </a:p>
      </dgm:t>
    </dgm:pt>
    <dgm:pt modelId="{B5CF1F59-969C-417E-B46D-60E32AC0C94A}">
      <dgm:prSet/>
      <dgm:spPr/>
      <dgm:t>
        <a:bodyPr/>
        <a:lstStyle/>
        <a:p>
          <a:r>
            <a:rPr lang="en-US"/>
            <a:t>Understood async servers in Colab</a:t>
          </a:r>
        </a:p>
      </dgm:t>
    </dgm:pt>
    <dgm:pt modelId="{4BA10705-E13B-4BA4-AF97-1CF08A046925}" type="parTrans" cxnId="{43FC3C75-3870-40AC-8318-E519F6B69CD4}">
      <dgm:prSet/>
      <dgm:spPr/>
      <dgm:t>
        <a:bodyPr/>
        <a:lstStyle/>
        <a:p>
          <a:endParaRPr lang="en-US"/>
        </a:p>
      </dgm:t>
    </dgm:pt>
    <dgm:pt modelId="{C4E59CA2-6DE5-4A3D-8798-3F69DDAF1428}" type="sibTrans" cxnId="{43FC3C75-3870-40AC-8318-E519F6B69CD4}">
      <dgm:prSet/>
      <dgm:spPr/>
      <dgm:t>
        <a:bodyPr/>
        <a:lstStyle/>
        <a:p>
          <a:endParaRPr lang="en-US"/>
        </a:p>
      </dgm:t>
    </dgm:pt>
    <dgm:pt modelId="{80D7112F-7FCC-4B6F-B055-6EF3FD9D0A0C}">
      <dgm:prSet/>
      <dgm:spPr/>
      <dgm:t>
        <a:bodyPr/>
        <a:lstStyle/>
        <a:p>
          <a:r>
            <a:rPr lang="en-US"/>
            <a:t>Challenges with tunnels (ngrok/localtunnel)</a:t>
          </a:r>
        </a:p>
      </dgm:t>
    </dgm:pt>
    <dgm:pt modelId="{8E788181-623D-4914-8FFA-2BC27C36BF83}" type="parTrans" cxnId="{71F400D7-7A95-404F-8DA0-C977453C16BA}">
      <dgm:prSet/>
      <dgm:spPr/>
      <dgm:t>
        <a:bodyPr/>
        <a:lstStyle/>
        <a:p>
          <a:endParaRPr lang="en-US"/>
        </a:p>
      </dgm:t>
    </dgm:pt>
    <dgm:pt modelId="{56527DE8-3590-48C0-B0E7-B93F3203B1BD}" type="sibTrans" cxnId="{71F400D7-7A95-404F-8DA0-C977453C16BA}">
      <dgm:prSet/>
      <dgm:spPr/>
      <dgm:t>
        <a:bodyPr/>
        <a:lstStyle/>
        <a:p>
          <a:endParaRPr lang="en-US"/>
        </a:p>
      </dgm:t>
    </dgm:pt>
    <dgm:pt modelId="{2CAADE2F-5EF4-46FE-95A6-D436529BB26F}">
      <dgm:prSet/>
      <dgm:spPr/>
      <dgm:t>
        <a:bodyPr/>
        <a:lstStyle/>
        <a:p>
          <a:r>
            <a:rPr lang="en-US"/>
            <a:t>Final working solution using FastAPI inside Colab</a:t>
          </a:r>
        </a:p>
      </dgm:t>
    </dgm:pt>
    <dgm:pt modelId="{8B92B8D9-B470-4ABF-BE3B-948E3FA98886}" type="parTrans" cxnId="{72CAAFAC-2EAA-4674-BBFD-E5587C34BA20}">
      <dgm:prSet/>
      <dgm:spPr/>
      <dgm:t>
        <a:bodyPr/>
        <a:lstStyle/>
        <a:p>
          <a:endParaRPr lang="en-US"/>
        </a:p>
      </dgm:t>
    </dgm:pt>
    <dgm:pt modelId="{8EDD5BF4-3ED2-4D14-9F50-137338CA33A3}" type="sibTrans" cxnId="{72CAAFAC-2EAA-4674-BBFD-E5587C34BA20}">
      <dgm:prSet/>
      <dgm:spPr/>
      <dgm:t>
        <a:bodyPr/>
        <a:lstStyle/>
        <a:p>
          <a:endParaRPr lang="en-US"/>
        </a:p>
      </dgm:t>
    </dgm:pt>
    <dgm:pt modelId="{572E0727-8419-40ED-B91D-015BFDC6AD7E}" type="pres">
      <dgm:prSet presAssocID="{3F925BEC-83C9-4B47-B7A1-5E111F7BFF56}" presName="diagram" presStyleCnt="0">
        <dgm:presLayoutVars>
          <dgm:dir/>
          <dgm:resizeHandles val="exact"/>
        </dgm:presLayoutVars>
      </dgm:prSet>
      <dgm:spPr/>
    </dgm:pt>
    <dgm:pt modelId="{F37259E8-6D77-4701-9E19-5C9114AE78BD}" type="pres">
      <dgm:prSet presAssocID="{788DBCE0-88C2-4E28-8A39-BC4DF7029494}" presName="node" presStyleLbl="node1" presStyleIdx="0" presStyleCnt="5">
        <dgm:presLayoutVars>
          <dgm:bulletEnabled val="1"/>
        </dgm:presLayoutVars>
      </dgm:prSet>
      <dgm:spPr/>
    </dgm:pt>
    <dgm:pt modelId="{F40EF737-1B1B-44D0-9079-314B653BD88E}" type="pres">
      <dgm:prSet presAssocID="{C70793A9-AFBE-4B38-8D0B-AB7D41A9EB61}" presName="sibTrans" presStyleCnt="0"/>
      <dgm:spPr/>
    </dgm:pt>
    <dgm:pt modelId="{51F5CEE1-F555-4D86-9464-6631AE3B861A}" type="pres">
      <dgm:prSet presAssocID="{B5EB4933-F986-4C8C-9959-0320FEE33717}" presName="node" presStyleLbl="node1" presStyleIdx="1" presStyleCnt="5">
        <dgm:presLayoutVars>
          <dgm:bulletEnabled val="1"/>
        </dgm:presLayoutVars>
      </dgm:prSet>
      <dgm:spPr/>
    </dgm:pt>
    <dgm:pt modelId="{B95CA120-C2F7-4756-BA01-09503813B663}" type="pres">
      <dgm:prSet presAssocID="{C720EFFC-93EA-4761-A843-1BC14541A614}" presName="sibTrans" presStyleCnt="0"/>
      <dgm:spPr/>
    </dgm:pt>
    <dgm:pt modelId="{EA731F64-5EAE-488F-BAA2-12D6D6C87091}" type="pres">
      <dgm:prSet presAssocID="{B5CF1F59-969C-417E-B46D-60E32AC0C94A}" presName="node" presStyleLbl="node1" presStyleIdx="2" presStyleCnt="5">
        <dgm:presLayoutVars>
          <dgm:bulletEnabled val="1"/>
        </dgm:presLayoutVars>
      </dgm:prSet>
      <dgm:spPr/>
    </dgm:pt>
    <dgm:pt modelId="{A1945095-FAD3-4016-8568-36DFE1DE485A}" type="pres">
      <dgm:prSet presAssocID="{C4E59CA2-6DE5-4A3D-8798-3F69DDAF1428}" presName="sibTrans" presStyleCnt="0"/>
      <dgm:spPr/>
    </dgm:pt>
    <dgm:pt modelId="{1E5FD567-D405-4A2D-8091-FC8948EBB342}" type="pres">
      <dgm:prSet presAssocID="{80D7112F-7FCC-4B6F-B055-6EF3FD9D0A0C}" presName="node" presStyleLbl="node1" presStyleIdx="3" presStyleCnt="5">
        <dgm:presLayoutVars>
          <dgm:bulletEnabled val="1"/>
        </dgm:presLayoutVars>
      </dgm:prSet>
      <dgm:spPr/>
    </dgm:pt>
    <dgm:pt modelId="{292BD444-9106-4EA6-9893-8DCD915D0195}" type="pres">
      <dgm:prSet presAssocID="{56527DE8-3590-48C0-B0E7-B93F3203B1BD}" presName="sibTrans" presStyleCnt="0"/>
      <dgm:spPr/>
    </dgm:pt>
    <dgm:pt modelId="{C28001FE-5083-4DA8-9C2A-F1402CA97F0F}" type="pres">
      <dgm:prSet presAssocID="{2CAADE2F-5EF4-46FE-95A6-D436529BB26F}" presName="node" presStyleLbl="node1" presStyleIdx="4" presStyleCnt="5">
        <dgm:presLayoutVars>
          <dgm:bulletEnabled val="1"/>
        </dgm:presLayoutVars>
      </dgm:prSet>
      <dgm:spPr/>
    </dgm:pt>
  </dgm:ptLst>
  <dgm:cxnLst>
    <dgm:cxn modelId="{8D6DE525-E96E-49D9-BF15-4F6804ABED78}" type="presOf" srcId="{788DBCE0-88C2-4E28-8A39-BC4DF7029494}" destId="{F37259E8-6D77-4701-9E19-5C9114AE78BD}" srcOrd="0" destOrd="0" presId="urn:microsoft.com/office/officeart/2005/8/layout/default"/>
    <dgm:cxn modelId="{E0F85529-8FC0-4900-89A5-C6ABF314C591}" type="presOf" srcId="{2CAADE2F-5EF4-46FE-95A6-D436529BB26F}" destId="{C28001FE-5083-4DA8-9C2A-F1402CA97F0F}" srcOrd="0" destOrd="0" presId="urn:microsoft.com/office/officeart/2005/8/layout/default"/>
    <dgm:cxn modelId="{43FC3C75-3870-40AC-8318-E519F6B69CD4}" srcId="{3F925BEC-83C9-4B47-B7A1-5E111F7BFF56}" destId="{B5CF1F59-969C-417E-B46D-60E32AC0C94A}" srcOrd="2" destOrd="0" parTransId="{4BA10705-E13B-4BA4-AF97-1CF08A046925}" sibTransId="{C4E59CA2-6DE5-4A3D-8798-3F69DDAF1428}"/>
    <dgm:cxn modelId="{F87DA155-CF29-4F10-9EDB-9768EA54BCBC}" type="presOf" srcId="{B5CF1F59-969C-417E-B46D-60E32AC0C94A}" destId="{EA731F64-5EAE-488F-BAA2-12D6D6C87091}" srcOrd="0" destOrd="0" presId="urn:microsoft.com/office/officeart/2005/8/layout/default"/>
    <dgm:cxn modelId="{6E6E2978-848C-40A5-885D-6E42501C5E98}" type="presOf" srcId="{B5EB4933-F986-4C8C-9959-0320FEE33717}" destId="{51F5CEE1-F555-4D86-9464-6631AE3B861A}" srcOrd="0" destOrd="0" presId="urn:microsoft.com/office/officeart/2005/8/layout/default"/>
    <dgm:cxn modelId="{5B7BF27A-BAA2-45A6-B51B-807ADC734918}" type="presOf" srcId="{80D7112F-7FCC-4B6F-B055-6EF3FD9D0A0C}" destId="{1E5FD567-D405-4A2D-8091-FC8948EBB342}" srcOrd="0" destOrd="0" presId="urn:microsoft.com/office/officeart/2005/8/layout/default"/>
    <dgm:cxn modelId="{72CAAFAC-2EAA-4674-BBFD-E5587C34BA20}" srcId="{3F925BEC-83C9-4B47-B7A1-5E111F7BFF56}" destId="{2CAADE2F-5EF4-46FE-95A6-D436529BB26F}" srcOrd="4" destOrd="0" parTransId="{8B92B8D9-B470-4ABF-BE3B-948E3FA98886}" sibTransId="{8EDD5BF4-3ED2-4D14-9F50-137338CA33A3}"/>
    <dgm:cxn modelId="{0B9874B2-7937-4922-BA44-D6DB967F3611}" srcId="{3F925BEC-83C9-4B47-B7A1-5E111F7BFF56}" destId="{B5EB4933-F986-4C8C-9959-0320FEE33717}" srcOrd="1" destOrd="0" parTransId="{84C3AC0B-5B27-4A76-A9E3-8AEACA8AA027}" sibTransId="{C720EFFC-93EA-4761-A843-1BC14541A614}"/>
    <dgm:cxn modelId="{22195DBD-5C8F-4DF4-BD74-22D4705AFC24}" type="presOf" srcId="{3F925BEC-83C9-4B47-B7A1-5E111F7BFF56}" destId="{572E0727-8419-40ED-B91D-015BFDC6AD7E}" srcOrd="0" destOrd="0" presId="urn:microsoft.com/office/officeart/2005/8/layout/default"/>
    <dgm:cxn modelId="{2CBD45BF-CC97-4EE0-B2F5-DD34DC6C42FC}" srcId="{3F925BEC-83C9-4B47-B7A1-5E111F7BFF56}" destId="{788DBCE0-88C2-4E28-8A39-BC4DF7029494}" srcOrd="0" destOrd="0" parTransId="{76CA43A9-AEF6-4BC2-AA71-3AC241971D3E}" sibTransId="{C70793A9-AFBE-4B38-8D0B-AB7D41A9EB61}"/>
    <dgm:cxn modelId="{71F400D7-7A95-404F-8DA0-C977453C16BA}" srcId="{3F925BEC-83C9-4B47-B7A1-5E111F7BFF56}" destId="{80D7112F-7FCC-4B6F-B055-6EF3FD9D0A0C}" srcOrd="3" destOrd="0" parTransId="{8E788181-623D-4914-8FFA-2BC27C36BF83}" sibTransId="{56527DE8-3590-48C0-B0E7-B93F3203B1BD}"/>
    <dgm:cxn modelId="{15AD8ACC-81E6-478C-A7A3-4BF54C90D63B}" type="presParOf" srcId="{572E0727-8419-40ED-B91D-015BFDC6AD7E}" destId="{F37259E8-6D77-4701-9E19-5C9114AE78BD}" srcOrd="0" destOrd="0" presId="urn:microsoft.com/office/officeart/2005/8/layout/default"/>
    <dgm:cxn modelId="{794E5118-70E0-4744-86A6-A4CC3EDE9F07}" type="presParOf" srcId="{572E0727-8419-40ED-B91D-015BFDC6AD7E}" destId="{F40EF737-1B1B-44D0-9079-314B653BD88E}" srcOrd="1" destOrd="0" presId="urn:microsoft.com/office/officeart/2005/8/layout/default"/>
    <dgm:cxn modelId="{6153188B-A226-482F-B2D9-D3C4ED52C626}" type="presParOf" srcId="{572E0727-8419-40ED-B91D-015BFDC6AD7E}" destId="{51F5CEE1-F555-4D86-9464-6631AE3B861A}" srcOrd="2" destOrd="0" presId="urn:microsoft.com/office/officeart/2005/8/layout/default"/>
    <dgm:cxn modelId="{B87D0D8C-E3CA-4FCE-94A4-998A0001C4FB}" type="presParOf" srcId="{572E0727-8419-40ED-B91D-015BFDC6AD7E}" destId="{B95CA120-C2F7-4756-BA01-09503813B663}" srcOrd="3" destOrd="0" presId="urn:microsoft.com/office/officeart/2005/8/layout/default"/>
    <dgm:cxn modelId="{7C2395B0-E42E-4140-97FC-F1CE97DEC2D8}" type="presParOf" srcId="{572E0727-8419-40ED-B91D-015BFDC6AD7E}" destId="{EA731F64-5EAE-488F-BAA2-12D6D6C87091}" srcOrd="4" destOrd="0" presId="urn:microsoft.com/office/officeart/2005/8/layout/default"/>
    <dgm:cxn modelId="{2CDD1E00-4A63-4536-A7BB-E88DAEC7925A}" type="presParOf" srcId="{572E0727-8419-40ED-B91D-015BFDC6AD7E}" destId="{A1945095-FAD3-4016-8568-36DFE1DE485A}" srcOrd="5" destOrd="0" presId="urn:microsoft.com/office/officeart/2005/8/layout/default"/>
    <dgm:cxn modelId="{A55B46E5-28C5-45B2-990A-B8E0227DEB39}" type="presParOf" srcId="{572E0727-8419-40ED-B91D-015BFDC6AD7E}" destId="{1E5FD567-D405-4A2D-8091-FC8948EBB342}" srcOrd="6" destOrd="0" presId="urn:microsoft.com/office/officeart/2005/8/layout/default"/>
    <dgm:cxn modelId="{0049FCF4-39F5-418F-B6A2-2915E4E783F4}" type="presParOf" srcId="{572E0727-8419-40ED-B91D-015BFDC6AD7E}" destId="{292BD444-9106-4EA6-9893-8DCD915D0195}" srcOrd="7" destOrd="0" presId="urn:microsoft.com/office/officeart/2005/8/layout/default"/>
    <dgm:cxn modelId="{FAE0457F-9541-4330-931F-59BAE75455FA}" type="presParOf" srcId="{572E0727-8419-40ED-B91D-015BFDC6AD7E}" destId="{C28001FE-5083-4DA8-9C2A-F1402CA97F0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6F263F5-887D-4A7C-9C3C-AD48B6FC00FA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6DC4403-9406-42E2-B004-58E9111B7388}">
      <dgm:prSet/>
      <dgm:spPr/>
      <dgm:t>
        <a:bodyPr/>
        <a:lstStyle/>
        <a:p>
          <a:r>
            <a:rPr lang="en-US"/>
            <a:t>Successfully built a backend AI-driven library assistant.</a:t>
          </a:r>
        </a:p>
      </dgm:t>
    </dgm:pt>
    <dgm:pt modelId="{27F7A29A-E396-48EB-89FC-BEDEC1D1A660}" type="parTrans" cxnId="{17625DFE-5854-4781-B4B2-B5ABCB641C3C}">
      <dgm:prSet/>
      <dgm:spPr/>
      <dgm:t>
        <a:bodyPr/>
        <a:lstStyle/>
        <a:p>
          <a:endParaRPr lang="en-US"/>
        </a:p>
      </dgm:t>
    </dgm:pt>
    <dgm:pt modelId="{96143E85-502E-4B07-8339-EF0F617A8D06}" type="sibTrans" cxnId="{17625DFE-5854-4781-B4B2-B5ABCB641C3C}">
      <dgm:prSet/>
      <dgm:spPr/>
      <dgm:t>
        <a:bodyPr/>
        <a:lstStyle/>
        <a:p>
          <a:endParaRPr lang="en-US"/>
        </a:p>
      </dgm:t>
    </dgm:pt>
    <dgm:pt modelId="{8ADB32CA-5C54-4539-AA43-7DC3630A0E6B}">
      <dgm:prSet/>
      <dgm:spPr/>
      <dgm:t>
        <a:bodyPr/>
        <a:lstStyle/>
        <a:p>
          <a:r>
            <a:rPr lang="en-US"/>
            <a:t>Demonstrated access control (implicit vs explicit).</a:t>
          </a:r>
        </a:p>
      </dgm:t>
    </dgm:pt>
    <dgm:pt modelId="{D9EFDEF0-8000-49A9-A4B9-A53BE0A26FD1}" type="parTrans" cxnId="{01DE4DB2-1127-43A0-AEF3-7AC223A177CC}">
      <dgm:prSet/>
      <dgm:spPr/>
      <dgm:t>
        <a:bodyPr/>
        <a:lstStyle/>
        <a:p>
          <a:endParaRPr lang="en-US"/>
        </a:p>
      </dgm:t>
    </dgm:pt>
    <dgm:pt modelId="{71282299-92AA-4735-AAFC-904AACEA4A64}" type="sibTrans" cxnId="{01DE4DB2-1127-43A0-AEF3-7AC223A177CC}">
      <dgm:prSet/>
      <dgm:spPr/>
      <dgm:t>
        <a:bodyPr/>
        <a:lstStyle/>
        <a:p>
          <a:endParaRPr lang="en-US"/>
        </a:p>
      </dgm:t>
    </dgm:pt>
    <dgm:pt modelId="{19F043D9-BA0A-4573-ADCE-C152B6F17A4E}">
      <dgm:prSet/>
      <dgm:spPr/>
      <dgm:t>
        <a:bodyPr/>
        <a:lstStyle/>
        <a:p>
          <a:r>
            <a:rPr lang="en-US"/>
            <a:t>Tested through real API calls.</a:t>
          </a:r>
        </a:p>
      </dgm:t>
    </dgm:pt>
    <dgm:pt modelId="{0CE3929A-2DCC-4933-B144-0541B62696D7}" type="parTrans" cxnId="{6E30C0AF-2416-4725-B39A-56CD9D88E871}">
      <dgm:prSet/>
      <dgm:spPr/>
      <dgm:t>
        <a:bodyPr/>
        <a:lstStyle/>
        <a:p>
          <a:endParaRPr lang="en-US"/>
        </a:p>
      </dgm:t>
    </dgm:pt>
    <dgm:pt modelId="{F4A4A4C2-F871-45D2-B547-010A6A747B15}" type="sibTrans" cxnId="{6E30C0AF-2416-4725-B39A-56CD9D88E871}">
      <dgm:prSet/>
      <dgm:spPr/>
      <dgm:t>
        <a:bodyPr/>
        <a:lstStyle/>
        <a:p>
          <a:endParaRPr lang="en-US"/>
        </a:p>
      </dgm:t>
    </dgm:pt>
    <dgm:pt modelId="{6AA05726-622B-4673-8DE3-B05BAB1FD92D}">
      <dgm:prSet/>
      <dgm:spPr/>
      <dgm:t>
        <a:bodyPr/>
        <a:lstStyle/>
        <a:p>
          <a:r>
            <a:rPr lang="en-US"/>
            <a:t>Ready for GRE presentation.</a:t>
          </a:r>
        </a:p>
      </dgm:t>
    </dgm:pt>
    <dgm:pt modelId="{A093E780-00BC-424D-82BC-702D711EA1DE}" type="parTrans" cxnId="{F48E5FBB-B416-4EE3-9D8A-4A0E6CB5AE4C}">
      <dgm:prSet/>
      <dgm:spPr/>
      <dgm:t>
        <a:bodyPr/>
        <a:lstStyle/>
        <a:p>
          <a:endParaRPr lang="en-US"/>
        </a:p>
      </dgm:t>
    </dgm:pt>
    <dgm:pt modelId="{A016B0F2-38C0-4052-AAC1-44ADD38AB7FA}" type="sibTrans" cxnId="{F48E5FBB-B416-4EE3-9D8A-4A0E6CB5AE4C}">
      <dgm:prSet/>
      <dgm:spPr/>
      <dgm:t>
        <a:bodyPr/>
        <a:lstStyle/>
        <a:p>
          <a:endParaRPr lang="en-US"/>
        </a:p>
      </dgm:t>
    </dgm:pt>
    <dgm:pt modelId="{51BBD8BE-19AC-46C3-A3C0-A1C5922A73C2}" type="pres">
      <dgm:prSet presAssocID="{36F263F5-887D-4A7C-9C3C-AD48B6FC00FA}" presName="matrix" presStyleCnt="0">
        <dgm:presLayoutVars>
          <dgm:chMax val="1"/>
          <dgm:dir/>
          <dgm:resizeHandles val="exact"/>
        </dgm:presLayoutVars>
      </dgm:prSet>
      <dgm:spPr/>
    </dgm:pt>
    <dgm:pt modelId="{2E04F8AB-207C-48D7-B248-3FE454D4756B}" type="pres">
      <dgm:prSet presAssocID="{36F263F5-887D-4A7C-9C3C-AD48B6FC00FA}" presName="diamond" presStyleLbl="bgShp" presStyleIdx="0" presStyleCnt="1"/>
      <dgm:spPr/>
    </dgm:pt>
    <dgm:pt modelId="{2557BF6B-0D60-46CA-9989-B4C43F80AA1D}" type="pres">
      <dgm:prSet presAssocID="{36F263F5-887D-4A7C-9C3C-AD48B6FC00F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E831748-76EA-4C4E-B001-480206BB66B8}" type="pres">
      <dgm:prSet presAssocID="{36F263F5-887D-4A7C-9C3C-AD48B6FC00F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29FBDD-9774-474F-B7E2-6F6AB9DF0D53}" type="pres">
      <dgm:prSet presAssocID="{36F263F5-887D-4A7C-9C3C-AD48B6FC00F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0F81336-045A-453E-9D08-709242250896}" type="pres">
      <dgm:prSet presAssocID="{36F263F5-887D-4A7C-9C3C-AD48B6FC00F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67F4883-AFAB-4AC6-B4B1-B97B6E0254DE}" type="presOf" srcId="{6AA05726-622B-4673-8DE3-B05BAB1FD92D}" destId="{90F81336-045A-453E-9D08-709242250896}" srcOrd="0" destOrd="0" presId="urn:microsoft.com/office/officeart/2005/8/layout/matrix3"/>
    <dgm:cxn modelId="{6E30C0AF-2416-4725-B39A-56CD9D88E871}" srcId="{36F263F5-887D-4A7C-9C3C-AD48B6FC00FA}" destId="{19F043D9-BA0A-4573-ADCE-C152B6F17A4E}" srcOrd="2" destOrd="0" parTransId="{0CE3929A-2DCC-4933-B144-0541B62696D7}" sibTransId="{F4A4A4C2-F871-45D2-B547-010A6A747B15}"/>
    <dgm:cxn modelId="{01DE4DB2-1127-43A0-AEF3-7AC223A177CC}" srcId="{36F263F5-887D-4A7C-9C3C-AD48B6FC00FA}" destId="{8ADB32CA-5C54-4539-AA43-7DC3630A0E6B}" srcOrd="1" destOrd="0" parTransId="{D9EFDEF0-8000-49A9-A4B9-A53BE0A26FD1}" sibTransId="{71282299-92AA-4735-AAFC-904AACEA4A64}"/>
    <dgm:cxn modelId="{F48E5FBB-B416-4EE3-9D8A-4A0E6CB5AE4C}" srcId="{36F263F5-887D-4A7C-9C3C-AD48B6FC00FA}" destId="{6AA05726-622B-4673-8DE3-B05BAB1FD92D}" srcOrd="3" destOrd="0" parTransId="{A093E780-00BC-424D-82BC-702D711EA1DE}" sibTransId="{A016B0F2-38C0-4052-AAC1-44ADD38AB7FA}"/>
    <dgm:cxn modelId="{CE6267BE-D4B0-41EE-95D1-1AF3AF156861}" type="presOf" srcId="{E6DC4403-9406-42E2-B004-58E9111B7388}" destId="{2557BF6B-0D60-46CA-9989-B4C43F80AA1D}" srcOrd="0" destOrd="0" presId="urn:microsoft.com/office/officeart/2005/8/layout/matrix3"/>
    <dgm:cxn modelId="{8629C6D2-6C63-4575-A83B-C1B47DD701A7}" type="presOf" srcId="{8ADB32CA-5C54-4539-AA43-7DC3630A0E6B}" destId="{7E831748-76EA-4C4E-B001-480206BB66B8}" srcOrd="0" destOrd="0" presId="urn:microsoft.com/office/officeart/2005/8/layout/matrix3"/>
    <dgm:cxn modelId="{9FA107F6-C0F7-454B-BDCE-99664485EA57}" type="presOf" srcId="{19F043D9-BA0A-4573-ADCE-C152B6F17A4E}" destId="{5D29FBDD-9774-474F-B7E2-6F6AB9DF0D53}" srcOrd="0" destOrd="0" presId="urn:microsoft.com/office/officeart/2005/8/layout/matrix3"/>
    <dgm:cxn modelId="{505A75FB-C7F3-4C4B-83A9-FB35B2125C4D}" type="presOf" srcId="{36F263F5-887D-4A7C-9C3C-AD48B6FC00FA}" destId="{51BBD8BE-19AC-46C3-A3C0-A1C5922A73C2}" srcOrd="0" destOrd="0" presId="urn:microsoft.com/office/officeart/2005/8/layout/matrix3"/>
    <dgm:cxn modelId="{17625DFE-5854-4781-B4B2-B5ABCB641C3C}" srcId="{36F263F5-887D-4A7C-9C3C-AD48B6FC00FA}" destId="{E6DC4403-9406-42E2-B004-58E9111B7388}" srcOrd="0" destOrd="0" parTransId="{27F7A29A-E396-48EB-89FC-BEDEC1D1A660}" sibTransId="{96143E85-502E-4B07-8339-EF0F617A8D06}"/>
    <dgm:cxn modelId="{DA987910-2513-4CFA-ABD9-2F3CA1EB458D}" type="presParOf" srcId="{51BBD8BE-19AC-46C3-A3C0-A1C5922A73C2}" destId="{2E04F8AB-207C-48D7-B248-3FE454D4756B}" srcOrd="0" destOrd="0" presId="urn:microsoft.com/office/officeart/2005/8/layout/matrix3"/>
    <dgm:cxn modelId="{0FB359D2-0241-49A2-BEDD-4A43FF61C60F}" type="presParOf" srcId="{51BBD8BE-19AC-46C3-A3C0-A1C5922A73C2}" destId="{2557BF6B-0D60-46CA-9989-B4C43F80AA1D}" srcOrd="1" destOrd="0" presId="urn:microsoft.com/office/officeart/2005/8/layout/matrix3"/>
    <dgm:cxn modelId="{82EC0BC9-0C07-43B8-B89D-21043C01250F}" type="presParOf" srcId="{51BBD8BE-19AC-46C3-A3C0-A1C5922A73C2}" destId="{7E831748-76EA-4C4E-B001-480206BB66B8}" srcOrd="2" destOrd="0" presId="urn:microsoft.com/office/officeart/2005/8/layout/matrix3"/>
    <dgm:cxn modelId="{AF8BDD32-191F-4C24-978C-6010188C1005}" type="presParOf" srcId="{51BBD8BE-19AC-46C3-A3C0-A1C5922A73C2}" destId="{5D29FBDD-9774-474F-B7E2-6F6AB9DF0D53}" srcOrd="3" destOrd="0" presId="urn:microsoft.com/office/officeart/2005/8/layout/matrix3"/>
    <dgm:cxn modelId="{EF629296-3BE1-4DF2-81F9-951DF5A0ACC3}" type="presParOf" srcId="{51BBD8BE-19AC-46C3-A3C0-A1C5922A73C2}" destId="{90F81336-045A-453E-9D08-70924225089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20283B-CE77-428B-8CC1-0AFB49F02BF5}">
      <dsp:nvSpPr>
        <dsp:cNvPr id="0" name=""/>
        <dsp:cNvSpPr/>
      </dsp:nvSpPr>
      <dsp:spPr>
        <a:xfrm>
          <a:off x="0" y="32989"/>
          <a:ext cx="5000124" cy="26406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AI-Assisted Library Backend System Using Implicit and Explicit Access Control</a:t>
          </a:r>
        </a:p>
      </dsp:txBody>
      <dsp:txXfrm>
        <a:off x="128908" y="161897"/>
        <a:ext cx="4742308" cy="2382874"/>
      </dsp:txXfrm>
    </dsp:sp>
    <dsp:sp modelId="{306930CA-F8EE-45AD-B5A5-7831F9B7D1A2}">
      <dsp:nvSpPr>
        <dsp:cNvPr id="0" name=""/>
        <dsp:cNvSpPr/>
      </dsp:nvSpPr>
      <dsp:spPr>
        <a:xfrm>
          <a:off x="0" y="2780239"/>
          <a:ext cx="5000124" cy="264069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Developed in Google Colab using FastAPI and structured prompts.</a:t>
          </a:r>
        </a:p>
      </dsp:txBody>
      <dsp:txXfrm>
        <a:off x="128908" y="2909147"/>
        <a:ext cx="4742308" cy="23828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CB45E4-CE5F-47FC-8100-5F441C31EEB3}">
      <dsp:nvSpPr>
        <dsp:cNvPr id="0" name=""/>
        <dsp:cNvSpPr/>
      </dsp:nvSpPr>
      <dsp:spPr>
        <a:xfrm>
          <a:off x="0" y="210559"/>
          <a:ext cx="5000124" cy="1193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Backend AI assistant simulating two access modes:</a:t>
          </a:r>
        </a:p>
      </dsp:txBody>
      <dsp:txXfrm>
        <a:off x="58257" y="268816"/>
        <a:ext cx="4883610" cy="1076886"/>
      </dsp:txXfrm>
    </dsp:sp>
    <dsp:sp modelId="{E735CCD2-4CE5-4F39-B357-C4AAA2E610B1}">
      <dsp:nvSpPr>
        <dsp:cNvPr id="0" name=""/>
        <dsp:cNvSpPr/>
      </dsp:nvSpPr>
      <dsp:spPr>
        <a:xfrm>
          <a:off x="0" y="1490359"/>
          <a:ext cx="5000124" cy="1193400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Implicit Mode – Public catalog info only</a:t>
          </a:r>
        </a:p>
      </dsp:txBody>
      <dsp:txXfrm>
        <a:off x="58257" y="1548616"/>
        <a:ext cx="4883610" cy="1076886"/>
      </dsp:txXfrm>
    </dsp:sp>
    <dsp:sp modelId="{9D647E22-B9C9-4266-A06B-F0B4ADDB8D1C}">
      <dsp:nvSpPr>
        <dsp:cNvPr id="0" name=""/>
        <dsp:cNvSpPr/>
      </dsp:nvSpPr>
      <dsp:spPr>
        <a:xfrm>
          <a:off x="0" y="2770159"/>
          <a:ext cx="5000124" cy="1193400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Explicit Mode – Full private metadata with consent</a:t>
          </a:r>
        </a:p>
      </dsp:txBody>
      <dsp:txXfrm>
        <a:off x="58257" y="2828416"/>
        <a:ext cx="4883610" cy="1076886"/>
      </dsp:txXfrm>
    </dsp:sp>
    <dsp:sp modelId="{E17C6C02-706E-404F-9E2D-A087CD1E76EE}">
      <dsp:nvSpPr>
        <dsp:cNvPr id="0" name=""/>
        <dsp:cNvSpPr/>
      </dsp:nvSpPr>
      <dsp:spPr>
        <a:xfrm>
          <a:off x="0" y="4049960"/>
          <a:ext cx="5000124" cy="119340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Built entirely in Google Colab using FastAPI.</a:t>
          </a:r>
        </a:p>
      </dsp:txBody>
      <dsp:txXfrm>
        <a:off x="58257" y="4108217"/>
        <a:ext cx="4883610" cy="1076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AAF97-D47D-4F74-AC53-8E15F5E20C9A}">
      <dsp:nvSpPr>
        <dsp:cNvPr id="0" name=""/>
        <dsp:cNvSpPr/>
      </dsp:nvSpPr>
      <dsp:spPr>
        <a:xfrm>
          <a:off x="0" y="1184899"/>
          <a:ext cx="500012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BFD511-6539-4183-80E2-2F87FA474399}">
      <dsp:nvSpPr>
        <dsp:cNvPr id="0" name=""/>
        <dsp:cNvSpPr/>
      </dsp:nvSpPr>
      <dsp:spPr>
        <a:xfrm>
          <a:off x="250006" y="993019"/>
          <a:ext cx="3500086" cy="383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1. Defined entities (Books, BorrowRecords)</a:t>
          </a:r>
        </a:p>
      </dsp:txBody>
      <dsp:txXfrm>
        <a:off x="268740" y="1011753"/>
        <a:ext cx="3462618" cy="346292"/>
      </dsp:txXfrm>
    </dsp:sp>
    <dsp:sp modelId="{D986CD61-4056-4504-AFBE-461CFF608991}">
      <dsp:nvSpPr>
        <dsp:cNvPr id="0" name=""/>
        <dsp:cNvSpPr/>
      </dsp:nvSpPr>
      <dsp:spPr>
        <a:xfrm>
          <a:off x="0" y="1774579"/>
          <a:ext cx="500012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CB414-DECC-4614-B4E7-B1B07146A0DA}">
      <dsp:nvSpPr>
        <dsp:cNvPr id="0" name=""/>
        <dsp:cNvSpPr/>
      </dsp:nvSpPr>
      <dsp:spPr>
        <a:xfrm>
          <a:off x="250006" y="1582699"/>
          <a:ext cx="3500086" cy="383760"/>
        </a:xfrm>
        <a:prstGeom prst="roundRect">
          <a:avLst/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2. Created implicit and explicit access modes</a:t>
          </a:r>
        </a:p>
      </dsp:txBody>
      <dsp:txXfrm>
        <a:off x="268740" y="1601433"/>
        <a:ext cx="3462618" cy="346292"/>
      </dsp:txXfrm>
    </dsp:sp>
    <dsp:sp modelId="{7ED96BF8-37DA-4BD4-A968-250F0C77CEA2}">
      <dsp:nvSpPr>
        <dsp:cNvPr id="0" name=""/>
        <dsp:cNvSpPr/>
      </dsp:nvSpPr>
      <dsp:spPr>
        <a:xfrm>
          <a:off x="0" y="2364259"/>
          <a:ext cx="500012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F0696-23F6-4E80-8202-F5A7BFF93AC6}">
      <dsp:nvSpPr>
        <dsp:cNvPr id="0" name=""/>
        <dsp:cNvSpPr/>
      </dsp:nvSpPr>
      <dsp:spPr>
        <a:xfrm>
          <a:off x="250006" y="2172380"/>
          <a:ext cx="3500086" cy="383760"/>
        </a:xfrm>
        <a:prstGeom prst="roundRect">
          <a:avLst/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3. Engineered system prompts</a:t>
          </a:r>
        </a:p>
      </dsp:txBody>
      <dsp:txXfrm>
        <a:off x="268740" y="2191114"/>
        <a:ext cx="3462618" cy="346292"/>
      </dsp:txXfrm>
    </dsp:sp>
    <dsp:sp modelId="{1EC542F9-2B8E-4680-914E-CF619BA61DB1}">
      <dsp:nvSpPr>
        <dsp:cNvPr id="0" name=""/>
        <dsp:cNvSpPr/>
      </dsp:nvSpPr>
      <dsp:spPr>
        <a:xfrm>
          <a:off x="0" y="2953940"/>
          <a:ext cx="500012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15A19F-ECFA-450C-9BC3-C4A920807621}">
      <dsp:nvSpPr>
        <dsp:cNvPr id="0" name=""/>
        <dsp:cNvSpPr/>
      </dsp:nvSpPr>
      <dsp:spPr>
        <a:xfrm>
          <a:off x="250006" y="2762060"/>
          <a:ext cx="3500086" cy="383760"/>
        </a:xfrm>
        <a:prstGeom prst="roundRect">
          <a:avLst/>
        </a:prstGeom>
        <a:gradFill rotWithShape="0">
          <a:gsLst>
            <a:gs pos="0">
              <a:schemeClr val="accent2">
                <a:hueOff val="2808911"/>
                <a:satOff val="-3503"/>
                <a:lumOff val="82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808911"/>
                <a:satOff val="-3503"/>
                <a:lumOff val="82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4. Implemented reasoning logic</a:t>
          </a:r>
        </a:p>
      </dsp:txBody>
      <dsp:txXfrm>
        <a:off x="268740" y="2780794"/>
        <a:ext cx="3462618" cy="346292"/>
      </dsp:txXfrm>
    </dsp:sp>
    <dsp:sp modelId="{55989E2A-5993-4439-9E83-9C54E1EC8605}">
      <dsp:nvSpPr>
        <dsp:cNvPr id="0" name=""/>
        <dsp:cNvSpPr/>
      </dsp:nvSpPr>
      <dsp:spPr>
        <a:xfrm>
          <a:off x="0" y="3543620"/>
          <a:ext cx="500012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32EC9-57CF-4C1A-A5E8-D815E1357996}">
      <dsp:nvSpPr>
        <dsp:cNvPr id="0" name=""/>
        <dsp:cNvSpPr/>
      </dsp:nvSpPr>
      <dsp:spPr>
        <a:xfrm>
          <a:off x="250006" y="3351740"/>
          <a:ext cx="3500086" cy="383760"/>
        </a:xfrm>
        <a:prstGeom prst="roundRect">
          <a:avLst/>
        </a:prstGeom>
        <a:gradFill rotWithShape="0">
          <a:gsLst>
            <a:gs pos="0">
              <a:schemeClr val="accent2">
                <a:hueOff val="3745215"/>
                <a:satOff val="-4671"/>
                <a:lumOff val="109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45215"/>
                <a:satOff val="-4671"/>
                <a:lumOff val="109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5. Built REST endpoints</a:t>
          </a:r>
        </a:p>
      </dsp:txBody>
      <dsp:txXfrm>
        <a:off x="268740" y="3370474"/>
        <a:ext cx="3462618" cy="346292"/>
      </dsp:txXfrm>
    </dsp:sp>
    <dsp:sp modelId="{E4AB0DE4-1264-419B-82DD-A4DC6F71DDF7}">
      <dsp:nvSpPr>
        <dsp:cNvPr id="0" name=""/>
        <dsp:cNvSpPr/>
      </dsp:nvSpPr>
      <dsp:spPr>
        <a:xfrm>
          <a:off x="0" y="4133300"/>
          <a:ext cx="500012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F0E90-CE88-454E-86EB-973F129CE766}">
      <dsp:nvSpPr>
        <dsp:cNvPr id="0" name=""/>
        <dsp:cNvSpPr/>
      </dsp:nvSpPr>
      <dsp:spPr>
        <a:xfrm>
          <a:off x="250006" y="3941420"/>
          <a:ext cx="3500086" cy="38376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6. Tested using HTTP requests in Colab</a:t>
          </a:r>
        </a:p>
      </dsp:txBody>
      <dsp:txXfrm>
        <a:off x="268740" y="3960154"/>
        <a:ext cx="3462618" cy="3462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C4AA6-B3D7-450E-8E59-86379F967E3A}">
      <dsp:nvSpPr>
        <dsp:cNvPr id="0" name=""/>
        <dsp:cNvSpPr/>
      </dsp:nvSpPr>
      <dsp:spPr>
        <a:xfrm>
          <a:off x="532" y="764213"/>
          <a:ext cx="2074896" cy="12449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FastAPI backend running inside Colab:</a:t>
          </a:r>
        </a:p>
      </dsp:txBody>
      <dsp:txXfrm>
        <a:off x="532" y="764213"/>
        <a:ext cx="2074896" cy="1244937"/>
      </dsp:txXfrm>
    </dsp:sp>
    <dsp:sp modelId="{75537602-2049-43D9-828F-DB29770201A8}">
      <dsp:nvSpPr>
        <dsp:cNvPr id="0" name=""/>
        <dsp:cNvSpPr/>
      </dsp:nvSpPr>
      <dsp:spPr>
        <a:xfrm>
          <a:off x="2282917" y="764213"/>
          <a:ext cx="2074896" cy="12449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Uvicorn server</a:t>
          </a:r>
        </a:p>
      </dsp:txBody>
      <dsp:txXfrm>
        <a:off x="2282917" y="764213"/>
        <a:ext cx="2074896" cy="1244937"/>
      </dsp:txXfrm>
    </dsp:sp>
    <dsp:sp modelId="{630D033A-93EA-4269-B75A-9A4E9DD21BB3}">
      <dsp:nvSpPr>
        <dsp:cNvPr id="0" name=""/>
        <dsp:cNvSpPr/>
      </dsp:nvSpPr>
      <dsp:spPr>
        <a:xfrm>
          <a:off x="532" y="2216640"/>
          <a:ext cx="2074896" cy="12449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Async execution using nest_asyncio</a:t>
          </a:r>
        </a:p>
      </dsp:txBody>
      <dsp:txXfrm>
        <a:off x="532" y="2216640"/>
        <a:ext cx="2074896" cy="1244937"/>
      </dsp:txXfrm>
    </dsp:sp>
    <dsp:sp modelId="{9B923C6A-5954-4081-A8FF-9E4228E4DDA6}">
      <dsp:nvSpPr>
        <dsp:cNvPr id="0" name=""/>
        <dsp:cNvSpPr/>
      </dsp:nvSpPr>
      <dsp:spPr>
        <a:xfrm>
          <a:off x="2282917" y="2216640"/>
          <a:ext cx="2074896" cy="12449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REST endpoints</a:t>
          </a:r>
        </a:p>
      </dsp:txBody>
      <dsp:txXfrm>
        <a:off x="2282917" y="2216640"/>
        <a:ext cx="2074896" cy="1244937"/>
      </dsp:txXfrm>
    </dsp:sp>
    <dsp:sp modelId="{9162EDE6-AB46-42E3-8DCB-13D0BBC9B204}">
      <dsp:nvSpPr>
        <dsp:cNvPr id="0" name=""/>
        <dsp:cNvSpPr/>
      </dsp:nvSpPr>
      <dsp:spPr>
        <a:xfrm>
          <a:off x="532" y="3669067"/>
          <a:ext cx="2074896" cy="12449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Logic engine for reasoning</a:t>
          </a:r>
        </a:p>
      </dsp:txBody>
      <dsp:txXfrm>
        <a:off x="532" y="3669067"/>
        <a:ext cx="2074896" cy="1244937"/>
      </dsp:txXfrm>
    </dsp:sp>
    <dsp:sp modelId="{D3F8B9C4-D432-4144-94CB-412B6D470E27}">
      <dsp:nvSpPr>
        <dsp:cNvPr id="0" name=""/>
        <dsp:cNvSpPr/>
      </dsp:nvSpPr>
      <dsp:spPr>
        <a:xfrm>
          <a:off x="2282917" y="3669067"/>
          <a:ext cx="2074896" cy="12449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Flow: Request → Mode Detection → Logic → JSON Response</a:t>
          </a:r>
        </a:p>
      </dsp:txBody>
      <dsp:txXfrm>
        <a:off x="2282917" y="3669067"/>
        <a:ext cx="2074896" cy="12449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8263D8-FBF1-4038-8676-0489C609F619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FastAPI – Backend API framework</a:t>
          </a:r>
        </a:p>
      </dsp:txBody>
      <dsp:txXfrm>
        <a:off x="0" y="573683"/>
        <a:ext cx="2464593" cy="1478756"/>
      </dsp:txXfrm>
    </dsp:sp>
    <dsp:sp modelId="{4174BA2B-DA9A-47F5-8A76-92B147B34A3E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Uvicorn – ASGI server</a:t>
          </a:r>
        </a:p>
      </dsp:txBody>
      <dsp:txXfrm>
        <a:off x="2711053" y="573683"/>
        <a:ext cx="2464593" cy="1478756"/>
      </dsp:txXfrm>
    </dsp:sp>
    <dsp:sp modelId="{E87990C0-A30F-406D-A048-B32915FA83C2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nest_asyncio – Enables async server in Colab</a:t>
          </a:r>
        </a:p>
      </dsp:txBody>
      <dsp:txXfrm>
        <a:off x="5422106" y="573683"/>
        <a:ext cx="2464593" cy="1478756"/>
      </dsp:txXfrm>
    </dsp:sp>
    <dsp:sp modelId="{78E062DE-76EB-4652-80EB-7D14C1BF3CF2}">
      <dsp:nvSpPr>
        <dsp:cNvPr id="0" name=""/>
        <dsp:cNvSpPr/>
      </dsp:nvSpPr>
      <dsp:spPr>
        <a:xfrm>
          <a:off x="0" y="2298898"/>
          <a:ext cx="2464593" cy="1478756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Pydantic – Input/Output validation</a:t>
          </a:r>
        </a:p>
      </dsp:txBody>
      <dsp:txXfrm>
        <a:off x="0" y="2298898"/>
        <a:ext cx="2464593" cy="1478756"/>
      </dsp:txXfrm>
    </dsp:sp>
    <dsp:sp modelId="{1DE65592-30DB-4EAC-AB5A-FB423A5BD04A}">
      <dsp:nvSpPr>
        <dsp:cNvPr id="0" name=""/>
        <dsp:cNvSpPr/>
      </dsp:nvSpPr>
      <dsp:spPr>
        <a:xfrm>
          <a:off x="2711053" y="2298898"/>
          <a:ext cx="2464593" cy="1478756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Requests – HTTP testing</a:t>
          </a:r>
        </a:p>
      </dsp:txBody>
      <dsp:txXfrm>
        <a:off x="2711053" y="2298898"/>
        <a:ext cx="2464593" cy="1478756"/>
      </dsp:txXfrm>
    </dsp:sp>
    <dsp:sp modelId="{C5FAEB1E-63BD-4368-91A5-707E047203D0}">
      <dsp:nvSpPr>
        <dsp:cNvPr id="0" name=""/>
        <dsp:cNvSpPr/>
      </dsp:nvSpPr>
      <dsp:spPr>
        <a:xfrm>
          <a:off x="5422106" y="2298898"/>
          <a:ext cx="2464593" cy="1478756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Threading – Running server in background</a:t>
          </a:r>
        </a:p>
      </dsp:txBody>
      <dsp:txXfrm>
        <a:off x="5422106" y="2298898"/>
        <a:ext cx="2464593" cy="14787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97973-DF12-4606-BB68-3F36037F9C45}">
      <dsp:nvSpPr>
        <dsp:cNvPr id="0" name=""/>
        <dsp:cNvSpPr/>
      </dsp:nvSpPr>
      <dsp:spPr>
        <a:xfrm>
          <a:off x="591502" y="0"/>
          <a:ext cx="6703695" cy="435133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2CD8A-7AFF-45C7-8B18-341A71054962}">
      <dsp:nvSpPr>
        <dsp:cNvPr id="0" name=""/>
        <dsp:cNvSpPr/>
      </dsp:nvSpPr>
      <dsp:spPr>
        <a:xfrm>
          <a:off x="3947" y="1305401"/>
          <a:ext cx="1898507" cy="1740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VS Code requires local hosting + tunnel setup</a:t>
          </a:r>
        </a:p>
      </dsp:txBody>
      <dsp:txXfrm>
        <a:off x="88913" y="1390367"/>
        <a:ext cx="1728575" cy="1570603"/>
      </dsp:txXfrm>
    </dsp:sp>
    <dsp:sp modelId="{6193845D-0B34-4545-BB23-B9BF654FCED6}">
      <dsp:nvSpPr>
        <dsp:cNvPr id="0" name=""/>
        <dsp:cNvSpPr/>
      </dsp:nvSpPr>
      <dsp:spPr>
        <a:xfrm>
          <a:off x="1997379" y="1305401"/>
          <a:ext cx="1898507" cy="174053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Ngrok/LocalTunnel failed due to tokens, password prompts</a:t>
          </a:r>
        </a:p>
      </dsp:txBody>
      <dsp:txXfrm>
        <a:off x="2082345" y="1390367"/>
        <a:ext cx="1728575" cy="1570603"/>
      </dsp:txXfrm>
    </dsp:sp>
    <dsp:sp modelId="{5B9F4134-A001-4F3B-8908-0D2449372B87}">
      <dsp:nvSpPr>
        <dsp:cNvPr id="0" name=""/>
        <dsp:cNvSpPr/>
      </dsp:nvSpPr>
      <dsp:spPr>
        <a:xfrm>
          <a:off x="3990812" y="1305401"/>
          <a:ext cx="1898507" cy="174053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Colab provides native execution + AI assistance</a:t>
          </a:r>
        </a:p>
      </dsp:txBody>
      <dsp:txXfrm>
        <a:off x="4075778" y="1390367"/>
        <a:ext cx="1728575" cy="1570603"/>
      </dsp:txXfrm>
    </dsp:sp>
    <dsp:sp modelId="{477DD140-71DA-4780-9535-7AEE9E107F22}">
      <dsp:nvSpPr>
        <dsp:cNvPr id="0" name=""/>
        <dsp:cNvSpPr/>
      </dsp:nvSpPr>
      <dsp:spPr>
        <a:xfrm>
          <a:off x="5984245" y="1305401"/>
          <a:ext cx="1898507" cy="174053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Colab avoids OS and dependency issues</a:t>
          </a:r>
        </a:p>
      </dsp:txBody>
      <dsp:txXfrm>
        <a:off x="6069211" y="1390367"/>
        <a:ext cx="1728575" cy="15706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56059-0B7B-481B-BC82-FA12922C58C9}">
      <dsp:nvSpPr>
        <dsp:cNvPr id="0" name=""/>
        <dsp:cNvSpPr/>
      </dsp:nvSpPr>
      <dsp:spPr>
        <a:xfrm>
          <a:off x="1394670" y="2841"/>
          <a:ext cx="1569004" cy="13668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Flask blocks cell execution in Colab</a:t>
          </a:r>
        </a:p>
      </dsp:txBody>
      <dsp:txXfrm>
        <a:off x="1461395" y="69566"/>
        <a:ext cx="1435554" cy="1233425"/>
      </dsp:txXfrm>
    </dsp:sp>
    <dsp:sp modelId="{C9804594-81DB-4552-B8F8-A94906E84778}">
      <dsp:nvSpPr>
        <dsp:cNvPr id="0" name=""/>
        <dsp:cNvSpPr/>
      </dsp:nvSpPr>
      <dsp:spPr>
        <a:xfrm>
          <a:off x="1394670" y="1438061"/>
          <a:ext cx="1569004" cy="13668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Prevents running additional code afterwards</a:t>
          </a:r>
        </a:p>
      </dsp:txBody>
      <dsp:txXfrm>
        <a:off x="1461395" y="1504786"/>
        <a:ext cx="1435554" cy="1233425"/>
      </dsp:txXfrm>
    </dsp:sp>
    <dsp:sp modelId="{CD8C69CB-F13F-43E1-8266-614940B5B5A6}">
      <dsp:nvSpPr>
        <dsp:cNvPr id="0" name=""/>
        <dsp:cNvSpPr/>
      </dsp:nvSpPr>
      <dsp:spPr>
        <a:xfrm>
          <a:off x="1394670" y="2873281"/>
          <a:ext cx="1569004" cy="13668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FastAPI + Uvicorn supports async and background threads</a:t>
          </a:r>
        </a:p>
      </dsp:txBody>
      <dsp:txXfrm>
        <a:off x="1461395" y="2940006"/>
        <a:ext cx="1435554" cy="1233425"/>
      </dsp:txXfrm>
    </dsp:sp>
    <dsp:sp modelId="{21E545A9-6E38-4747-80B5-84AAB0786E66}">
      <dsp:nvSpPr>
        <dsp:cNvPr id="0" name=""/>
        <dsp:cNvSpPr/>
      </dsp:nvSpPr>
      <dsp:spPr>
        <a:xfrm>
          <a:off x="1394670" y="4308501"/>
          <a:ext cx="1569004" cy="136687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Final solution required non-blocking behavior</a:t>
          </a:r>
        </a:p>
      </dsp:txBody>
      <dsp:txXfrm>
        <a:off x="1461395" y="4375226"/>
        <a:ext cx="1435554" cy="123342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931C2-7DD1-497D-B546-3D51F8DAD10B}">
      <dsp:nvSpPr>
        <dsp:cNvPr id="0" name=""/>
        <dsp:cNvSpPr/>
      </dsp:nvSpPr>
      <dsp:spPr>
        <a:xfrm>
          <a:off x="2126" y="1585301"/>
          <a:ext cx="4354093" cy="25076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INFO: 127.0.0.1:37054 - "POST /ask HTTP/1.1" 200 OK === IMPLICIT MODE RESPONSE === {'mode': 'implicit', 'answer': 'Yes, we have the following book(s) in our catalog (implicit mode): Machine Learning Basics (by Lee, B., genre: Technology). I cannot show detailed inventory in this mode.', '</a:t>
          </a:r>
          <a:r>
            <a:rPr lang="en-US" sz="1500" b="0" i="0" kern="1200" dirty="0" err="1"/>
            <a:t>used_private_data</a:t>
          </a:r>
          <a:r>
            <a:rPr lang="en-US" sz="1500" b="0" i="0" kern="1200" dirty="0"/>
            <a:t>': False, '</a:t>
          </a:r>
          <a:r>
            <a:rPr lang="en-US" sz="1500" b="0" i="0" kern="1200" dirty="0" err="1"/>
            <a:t>matched_books</a:t>
          </a:r>
          <a:r>
            <a:rPr lang="en-US" sz="1500" b="0" i="0" kern="1200" dirty="0"/>
            <a:t>': [{'id': 2, 'title': 'Machine Learning Basics', 'author': 'Lee, B.', 'genre': 'Technology', '</a:t>
          </a:r>
          <a:r>
            <a:rPr lang="en-US" sz="1500" b="0" i="0" kern="1200" dirty="0" err="1"/>
            <a:t>total_copies</a:t>
          </a:r>
          <a:r>
            <a:rPr lang="en-US" sz="1500" b="0" i="0" kern="1200" dirty="0"/>
            <a:t>': 3, '</a:t>
          </a:r>
          <a:r>
            <a:rPr lang="en-US" sz="1500" b="0" i="0" kern="1200" dirty="0" err="1"/>
            <a:t>available_copies</a:t>
          </a:r>
          <a:r>
            <a:rPr lang="en-US" sz="1500" b="0" i="0" kern="1200" dirty="0"/>
            <a:t>': 1}]}</a:t>
          </a:r>
          <a:endParaRPr lang="en-US" sz="1500" kern="1200" dirty="0"/>
        </a:p>
      </dsp:txBody>
      <dsp:txXfrm>
        <a:off x="124538" y="1707713"/>
        <a:ext cx="4109269" cy="226279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7BE0A8-DFA1-4203-902A-9D0D5A5E78B5}">
      <dsp:nvSpPr>
        <dsp:cNvPr id="0" name=""/>
        <dsp:cNvSpPr/>
      </dsp:nvSpPr>
      <dsp:spPr>
        <a:xfrm>
          <a:off x="52991" y="1819613"/>
          <a:ext cx="4252363" cy="203899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INFO: 127.0.0.1:37060 - "POST /ask HTTP/1.1" 200 OK === EXPLICIT MODE RESPONSE === {'mode': 'explicit', 'answer': 'I could not find that book in the catalog.', '</a:t>
          </a:r>
          <a:r>
            <a:rPr lang="en-US" sz="1900" b="0" i="0" kern="1200" dirty="0" err="1"/>
            <a:t>used_private_data</a:t>
          </a:r>
          <a:r>
            <a:rPr lang="en-US" sz="1900" b="0" i="0" kern="1200" dirty="0"/>
            <a:t>': False, '</a:t>
          </a:r>
          <a:r>
            <a:rPr lang="en-US" sz="1900" b="0" i="0" kern="1200" dirty="0" err="1"/>
            <a:t>matched_books</a:t>
          </a:r>
          <a:r>
            <a:rPr lang="en-US" sz="1900" b="0" i="0" kern="1200" dirty="0"/>
            <a:t>': None}</a:t>
          </a:r>
          <a:endParaRPr lang="en-US" sz="1900" kern="1200" dirty="0"/>
        </a:p>
      </dsp:txBody>
      <dsp:txXfrm>
        <a:off x="152526" y="1919148"/>
        <a:ext cx="4053293" cy="183992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99CFC-F799-4D45-A035-40BA07AF65EF}">
      <dsp:nvSpPr>
        <dsp:cNvPr id="0" name=""/>
        <dsp:cNvSpPr/>
      </dsp:nvSpPr>
      <dsp:spPr>
        <a:xfrm>
          <a:off x="0" y="2669540"/>
          <a:ext cx="5000124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1CA4A3-6C74-40A9-A054-C13A38966BC2}">
      <dsp:nvSpPr>
        <dsp:cNvPr id="0" name=""/>
        <dsp:cNvSpPr/>
      </dsp:nvSpPr>
      <dsp:spPr>
        <a:xfrm>
          <a:off x="366724" y="0"/>
          <a:ext cx="3500086" cy="3247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Demonstrates the internal rule structure of AI behavior.</a:t>
          </a:r>
        </a:p>
      </dsp:txBody>
      <dsp:txXfrm>
        <a:off x="382576" y="15852"/>
        <a:ext cx="3468382" cy="29301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9A8546-6D80-4F61-BC3E-652CCBAC89BD}">
      <dsp:nvSpPr>
        <dsp:cNvPr id="0" name=""/>
        <dsp:cNvSpPr/>
      </dsp:nvSpPr>
      <dsp:spPr>
        <a:xfrm>
          <a:off x="0" y="146445"/>
          <a:ext cx="6720209" cy="599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Shows </a:t>
          </a:r>
          <a:r>
            <a:rPr lang="en-US" sz="2500" kern="1200" dirty="0" err="1"/>
            <a:t>FastAPI</a:t>
          </a:r>
          <a:r>
            <a:rPr lang="en-US" sz="2500" kern="1200" dirty="0"/>
            <a:t> server running at 127.0.0.1:8000.</a:t>
          </a:r>
        </a:p>
      </dsp:txBody>
      <dsp:txXfrm>
        <a:off x="29271" y="175716"/>
        <a:ext cx="6661667" cy="54108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7A5F9-3552-4A69-9E21-BC58BA57F51A}">
      <dsp:nvSpPr>
        <dsp:cNvPr id="0" name=""/>
        <dsp:cNvSpPr/>
      </dsp:nvSpPr>
      <dsp:spPr>
        <a:xfrm>
          <a:off x="582" y="484533"/>
          <a:ext cx="2272382" cy="13634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HTTP requests sent via Python:</a:t>
          </a:r>
        </a:p>
      </dsp:txBody>
      <dsp:txXfrm>
        <a:off x="582" y="484533"/>
        <a:ext cx="2272382" cy="1363429"/>
      </dsp:txXfrm>
    </dsp:sp>
    <dsp:sp modelId="{3E0E8BF7-8301-4CB1-A6D1-DCB22FDCA638}">
      <dsp:nvSpPr>
        <dsp:cNvPr id="0" name=""/>
        <dsp:cNvSpPr/>
      </dsp:nvSpPr>
      <dsp:spPr>
        <a:xfrm>
          <a:off x="2500203" y="484533"/>
          <a:ext cx="2272382" cy="13634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POST /ask (implicit mode)</a:t>
          </a:r>
        </a:p>
      </dsp:txBody>
      <dsp:txXfrm>
        <a:off x="2500203" y="484533"/>
        <a:ext cx="2272382" cy="1363429"/>
      </dsp:txXfrm>
    </dsp:sp>
    <dsp:sp modelId="{58267DA1-B91A-4B0C-B6E1-8C467693C699}">
      <dsp:nvSpPr>
        <dsp:cNvPr id="0" name=""/>
        <dsp:cNvSpPr/>
      </dsp:nvSpPr>
      <dsp:spPr>
        <a:xfrm>
          <a:off x="582" y="2075201"/>
          <a:ext cx="2272382" cy="13634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POST /ask (explicit mode)</a:t>
          </a:r>
        </a:p>
      </dsp:txBody>
      <dsp:txXfrm>
        <a:off x="582" y="2075201"/>
        <a:ext cx="2272382" cy="1363429"/>
      </dsp:txXfrm>
    </dsp:sp>
    <dsp:sp modelId="{79E27EA0-B633-4C56-89DD-321AAB321231}">
      <dsp:nvSpPr>
        <dsp:cNvPr id="0" name=""/>
        <dsp:cNvSpPr/>
      </dsp:nvSpPr>
      <dsp:spPr>
        <a:xfrm>
          <a:off x="2500203" y="2075201"/>
          <a:ext cx="2272382" cy="136342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GET /prompts</a:t>
          </a:r>
        </a:p>
      </dsp:txBody>
      <dsp:txXfrm>
        <a:off x="2500203" y="2075201"/>
        <a:ext cx="2272382" cy="1363429"/>
      </dsp:txXfrm>
    </dsp:sp>
    <dsp:sp modelId="{D867994E-F613-46DA-97AB-6840EDE78EAD}">
      <dsp:nvSpPr>
        <dsp:cNvPr id="0" name=""/>
        <dsp:cNvSpPr/>
      </dsp:nvSpPr>
      <dsp:spPr>
        <a:xfrm>
          <a:off x="1250392" y="3665868"/>
          <a:ext cx="2272382" cy="136342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All returned 200 OK – backend fully functional.</a:t>
          </a:r>
        </a:p>
      </dsp:txBody>
      <dsp:txXfrm>
        <a:off x="1250392" y="3665868"/>
        <a:ext cx="2272382" cy="136342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259E8-6D77-4701-9E19-5C9114AE78BD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Learned differences between public/private metadata handling</a:t>
          </a:r>
        </a:p>
      </dsp:txBody>
      <dsp:txXfrm>
        <a:off x="0" y="573683"/>
        <a:ext cx="2464593" cy="1478756"/>
      </dsp:txXfrm>
    </dsp:sp>
    <dsp:sp modelId="{51F5CEE1-F555-4D86-9464-6631AE3B861A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Learned how prompts control AI behavior</a:t>
          </a:r>
        </a:p>
      </dsp:txBody>
      <dsp:txXfrm>
        <a:off x="2711053" y="573683"/>
        <a:ext cx="2464593" cy="1478756"/>
      </dsp:txXfrm>
    </dsp:sp>
    <dsp:sp modelId="{EA731F64-5EAE-488F-BAA2-12D6D6C87091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Understood async servers in Colab</a:t>
          </a:r>
        </a:p>
      </dsp:txBody>
      <dsp:txXfrm>
        <a:off x="5422106" y="573683"/>
        <a:ext cx="2464593" cy="1478756"/>
      </dsp:txXfrm>
    </dsp:sp>
    <dsp:sp modelId="{1E5FD567-D405-4A2D-8091-FC8948EBB342}">
      <dsp:nvSpPr>
        <dsp:cNvPr id="0" name=""/>
        <dsp:cNvSpPr/>
      </dsp:nvSpPr>
      <dsp:spPr>
        <a:xfrm>
          <a:off x="1355526" y="2298898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Challenges with tunnels (ngrok/localtunnel)</a:t>
          </a:r>
        </a:p>
      </dsp:txBody>
      <dsp:txXfrm>
        <a:off x="1355526" y="2298898"/>
        <a:ext cx="2464593" cy="1478756"/>
      </dsp:txXfrm>
    </dsp:sp>
    <dsp:sp modelId="{C28001FE-5083-4DA8-9C2A-F1402CA97F0F}">
      <dsp:nvSpPr>
        <dsp:cNvPr id="0" name=""/>
        <dsp:cNvSpPr/>
      </dsp:nvSpPr>
      <dsp:spPr>
        <a:xfrm>
          <a:off x="4066579" y="2298898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Final working solution using FastAPI inside Colab</a:t>
          </a:r>
        </a:p>
      </dsp:txBody>
      <dsp:txXfrm>
        <a:off x="4066579" y="2298898"/>
        <a:ext cx="2464593" cy="147875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04F8AB-207C-48D7-B248-3FE454D4756B}">
      <dsp:nvSpPr>
        <dsp:cNvPr id="0" name=""/>
        <dsp:cNvSpPr/>
      </dsp:nvSpPr>
      <dsp:spPr>
        <a:xfrm>
          <a:off x="0" y="659936"/>
          <a:ext cx="4358346" cy="4358346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7BF6B-0D60-46CA-9989-B4C43F80AA1D}">
      <dsp:nvSpPr>
        <dsp:cNvPr id="0" name=""/>
        <dsp:cNvSpPr/>
      </dsp:nvSpPr>
      <dsp:spPr>
        <a:xfrm>
          <a:off x="414042" y="1073979"/>
          <a:ext cx="1699754" cy="16997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Successfully built a backend AI-driven library assistant.</a:t>
          </a:r>
        </a:p>
      </dsp:txBody>
      <dsp:txXfrm>
        <a:off x="497017" y="1156954"/>
        <a:ext cx="1533804" cy="1533804"/>
      </dsp:txXfrm>
    </dsp:sp>
    <dsp:sp modelId="{7E831748-76EA-4C4E-B001-480206BB66B8}">
      <dsp:nvSpPr>
        <dsp:cNvPr id="0" name=""/>
        <dsp:cNvSpPr/>
      </dsp:nvSpPr>
      <dsp:spPr>
        <a:xfrm>
          <a:off x="2244548" y="1073979"/>
          <a:ext cx="1699754" cy="169975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Demonstrated access control (implicit vs explicit).</a:t>
          </a:r>
        </a:p>
      </dsp:txBody>
      <dsp:txXfrm>
        <a:off x="2327523" y="1156954"/>
        <a:ext cx="1533804" cy="1533804"/>
      </dsp:txXfrm>
    </dsp:sp>
    <dsp:sp modelId="{5D29FBDD-9774-474F-B7E2-6F6AB9DF0D53}">
      <dsp:nvSpPr>
        <dsp:cNvPr id="0" name=""/>
        <dsp:cNvSpPr/>
      </dsp:nvSpPr>
      <dsp:spPr>
        <a:xfrm>
          <a:off x="414042" y="2904484"/>
          <a:ext cx="1699754" cy="169975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Tested through real API calls.</a:t>
          </a:r>
        </a:p>
      </dsp:txBody>
      <dsp:txXfrm>
        <a:off x="497017" y="2987459"/>
        <a:ext cx="1533804" cy="1533804"/>
      </dsp:txXfrm>
    </dsp:sp>
    <dsp:sp modelId="{90F81336-045A-453E-9D08-709242250896}">
      <dsp:nvSpPr>
        <dsp:cNvPr id="0" name=""/>
        <dsp:cNvSpPr/>
      </dsp:nvSpPr>
      <dsp:spPr>
        <a:xfrm>
          <a:off x="2244548" y="2904484"/>
          <a:ext cx="1699754" cy="16997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Ready for GRE presentation.</a:t>
          </a:r>
        </a:p>
      </dsp:txBody>
      <dsp:txXfrm>
        <a:off x="2327523" y="2987459"/>
        <a:ext cx="1533804" cy="1533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3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0.xml"/><Relationship Id="rId7" Type="http://schemas.openxmlformats.org/officeDocument/2006/relationships/image" Target="../media/image4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6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Project Title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4BE197-2E18-BF77-63BF-5415745E01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78011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7F2261-1BD9-E1F7-FF59-AFE6B160E9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312298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D85FEC-7FAD-A060-76CB-DF2CEA3B59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022047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94DFF7-DD6F-159D-11FF-5F1881264E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193804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Libraries Used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D02594-5B98-35FF-E1D0-D34C3FE23F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451524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01AA0E-04E1-D76A-B6BA-E4962ABBAF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Why Not VS Code?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9AF3C0-EE55-0D6A-09AC-AC0061AA94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06180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Why Flask Did Not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AB18E4-AF71-EF6F-A239-61FF46A272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3408934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Implicit Mode Demo </a:t>
            </a:r>
            <a:endParaRPr lang="en-US" sz="33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0903CF-9970-0260-D62C-95C4565109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2921115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1213901-098F-225C-EB37-26AC0494FD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351" y="5352959"/>
            <a:ext cx="8699770" cy="11471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300">
                <a:solidFill>
                  <a:srgbClr val="FFFFFF"/>
                </a:solidFill>
              </a:rPr>
              <a:t>Explicit Mode Demo (Insert Screenshot)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FC88F6-7CB9-7AF2-5387-9B7E19A60B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060197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A7D6266-37B6-1D1A-A974-C4262B3354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286" y="4823640"/>
            <a:ext cx="9144000" cy="8794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System Prompts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9BDCAC-3187-7FE5-505C-8F6133B829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303021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9DC542C-F88E-CF6E-B6F2-495E97640D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7934" y="1296785"/>
            <a:ext cx="6061833" cy="2930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A96237-BB19-A80D-2C60-14DA9D3502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7934" y="4207579"/>
            <a:ext cx="5996066" cy="2670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86342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Backend Execution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7231A3-3D06-C940-8BD2-B5F60A8065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5167628"/>
              </p:ext>
            </p:extLst>
          </p:nvPr>
        </p:nvGraphicFramePr>
        <p:xfrm>
          <a:off x="1795141" y="5532404"/>
          <a:ext cx="6720209" cy="892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F59D40E-38B0-1EC7-8E7B-F9AD2FEB11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503432"/>
            <a:ext cx="9144000" cy="3595892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Testing the System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5CE9FF-E359-B230-5831-4A8259AF22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82736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EE8E-CFB5-D842-46F6-AF546F1CE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on backend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47ABAE-837D-053B-A2F8-0F1B26C45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33434"/>
            <a:ext cx="9144000" cy="370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40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0BD4-14D8-B417-63C4-29A43619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044681-9FE9-B07F-394E-E99FFCCAA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89530"/>
            <a:ext cx="9144000" cy="380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55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6B0309-56CD-8FA6-EFAB-8DD301CDD09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Lessons Learned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EC49B7-3857-BAEC-ED02-4375920590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805390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BDF108-EBA7-B32F-3F5B-167835D959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156295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533</Words>
  <Application>Microsoft Office PowerPoint</Application>
  <PresentationFormat>On-screen Show (4:3)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Project Title</vt:lpstr>
      <vt:lpstr>Project Overview</vt:lpstr>
      <vt:lpstr>Methodology</vt:lpstr>
      <vt:lpstr>System Architecture</vt:lpstr>
      <vt:lpstr>Libraries Used</vt:lpstr>
      <vt:lpstr>Why Not VS Code?</vt:lpstr>
      <vt:lpstr>Why Flask Did Not Work</vt:lpstr>
      <vt:lpstr>Implicit Mode Demo </vt:lpstr>
      <vt:lpstr>Explicit Mode Demo (Insert Screenshot)</vt:lpstr>
      <vt:lpstr>System Prompts </vt:lpstr>
      <vt:lpstr>Backend Execution </vt:lpstr>
      <vt:lpstr>Testing the System</vt:lpstr>
      <vt:lpstr>Output on backend</vt:lpstr>
      <vt:lpstr>Test cases</vt:lpstr>
      <vt:lpstr>Lessons Learned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Neeharika Sompalli</cp:lastModifiedBy>
  <cp:revision>2</cp:revision>
  <dcterms:created xsi:type="dcterms:W3CDTF">2013-01-27T09:14:16Z</dcterms:created>
  <dcterms:modified xsi:type="dcterms:W3CDTF">2025-12-05T06:25:11Z</dcterms:modified>
  <cp:category/>
</cp:coreProperties>
</file>